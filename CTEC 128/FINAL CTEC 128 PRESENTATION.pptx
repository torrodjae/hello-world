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56" r:id="rId2"/>
    <p:sldId id="257" r:id="rId3"/>
    <p:sldId id="267" r:id="rId4"/>
    <p:sldId id="268" r:id="rId5"/>
    <p:sldId id="269" r:id="rId6"/>
    <p:sldId id="270" r:id="rId7"/>
    <p:sldId id="272" r:id="rId8"/>
    <p:sldId id="271" r:id="rId9"/>
    <p:sldId id="273" r:id="rId10"/>
    <p:sldId id="274"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949E37-467B-6EE9-1D01-6CA00EC68BDB}" v="5" dt="2024-12-06T18:17:01.033"/>
    <p1510:client id="{C2734A28-E2D9-4416-81B3-5811FFCD2732}" v="88" dt="2024-12-05T21:54:05.966"/>
  </p1510:revLst>
</p1510:revInfo>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3840"/>
        <p:guide orient="horz" pos="216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rrodjae D Somerville" userId="8d691862-94d9-43ad-ba94-8761f4fcdd73" providerId="ADAL" clId="{C2734A28-E2D9-4416-81B3-5811FFCD2732}"/>
    <pc:docChg chg="undo redo custSel addSld delSld modSld">
      <pc:chgData name="Torrodjae D Somerville" userId="8d691862-94d9-43ad-ba94-8761f4fcdd73" providerId="ADAL" clId="{C2734A28-E2D9-4416-81B3-5811FFCD2732}" dt="2024-12-05T22:51:13.459" v="3566" actId="27636"/>
      <pc:docMkLst>
        <pc:docMk/>
      </pc:docMkLst>
      <pc:sldChg chg="del">
        <pc:chgData name="Torrodjae D Somerville" userId="8d691862-94d9-43ad-ba94-8761f4fcdd73" providerId="ADAL" clId="{C2734A28-E2D9-4416-81B3-5811FFCD2732}" dt="2024-12-05T21:34:44.843" v="2335" actId="2696"/>
        <pc:sldMkLst>
          <pc:docMk/>
          <pc:sldMk cId="1928620899" sldId="258"/>
        </pc:sldMkLst>
      </pc:sldChg>
      <pc:sldChg chg="del">
        <pc:chgData name="Torrodjae D Somerville" userId="8d691862-94d9-43ad-ba94-8761f4fcdd73" providerId="ADAL" clId="{C2734A28-E2D9-4416-81B3-5811FFCD2732}" dt="2024-12-05T21:34:39.927" v="2333" actId="2696"/>
        <pc:sldMkLst>
          <pc:docMk/>
          <pc:sldMk cId="3948826341" sldId="259"/>
        </pc:sldMkLst>
      </pc:sldChg>
      <pc:sldChg chg="del">
        <pc:chgData name="Torrodjae D Somerville" userId="8d691862-94d9-43ad-ba94-8761f4fcdd73" providerId="ADAL" clId="{C2734A28-E2D9-4416-81B3-5811FFCD2732}" dt="2024-12-05T21:34:41.904" v="2334" actId="2696"/>
        <pc:sldMkLst>
          <pc:docMk/>
          <pc:sldMk cId="2738627701" sldId="260"/>
        </pc:sldMkLst>
      </pc:sldChg>
      <pc:sldChg chg="del">
        <pc:chgData name="Torrodjae D Somerville" userId="8d691862-94d9-43ad-ba94-8761f4fcdd73" providerId="ADAL" clId="{C2734A28-E2D9-4416-81B3-5811FFCD2732}" dt="2024-12-05T21:34:29.981" v="2332" actId="2696"/>
        <pc:sldMkLst>
          <pc:docMk/>
          <pc:sldMk cId="3537718460" sldId="261"/>
        </pc:sldMkLst>
      </pc:sldChg>
      <pc:sldChg chg="del">
        <pc:chgData name="Torrodjae D Somerville" userId="8d691862-94d9-43ad-ba94-8761f4fcdd73" providerId="ADAL" clId="{C2734A28-E2D9-4416-81B3-5811FFCD2732}" dt="2024-12-05T21:34:27.630" v="2331" actId="2696"/>
        <pc:sldMkLst>
          <pc:docMk/>
          <pc:sldMk cId="2637673684" sldId="262"/>
        </pc:sldMkLst>
      </pc:sldChg>
      <pc:sldChg chg="del">
        <pc:chgData name="Torrodjae D Somerville" userId="8d691862-94d9-43ad-ba94-8761f4fcdd73" providerId="ADAL" clId="{C2734A28-E2D9-4416-81B3-5811FFCD2732}" dt="2024-12-05T21:34:25.598" v="2330" actId="2696"/>
        <pc:sldMkLst>
          <pc:docMk/>
          <pc:sldMk cId="547100618" sldId="263"/>
        </pc:sldMkLst>
      </pc:sldChg>
      <pc:sldChg chg="del">
        <pc:chgData name="Torrodjae D Somerville" userId="8d691862-94d9-43ad-ba94-8761f4fcdd73" providerId="ADAL" clId="{C2734A28-E2D9-4416-81B3-5811FFCD2732}" dt="2024-12-05T21:34:23.405" v="2329" actId="2696"/>
        <pc:sldMkLst>
          <pc:docMk/>
          <pc:sldMk cId="1001865620" sldId="264"/>
        </pc:sldMkLst>
      </pc:sldChg>
      <pc:sldChg chg="del">
        <pc:chgData name="Torrodjae D Somerville" userId="8d691862-94d9-43ad-ba94-8761f4fcdd73" providerId="ADAL" clId="{C2734A28-E2D9-4416-81B3-5811FFCD2732}" dt="2024-12-05T21:34:21.165" v="2328" actId="2696"/>
        <pc:sldMkLst>
          <pc:docMk/>
          <pc:sldMk cId="2914748422" sldId="265"/>
        </pc:sldMkLst>
      </pc:sldChg>
      <pc:sldChg chg="addSp delSp modSp mod modClrScheme chgLayout">
        <pc:chgData name="Torrodjae D Somerville" userId="8d691862-94d9-43ad-ba94-8761f4fcdd73" providerId="ADAL" clId="{C2734A28-E2D9-4416-81B3-5811FFCD2732}" dt="2024-12-05T21:53:16.800" v="3212" actId="20577"/>
        <pc:sldMkLst>
          <pc:docMk/>
          <pc:sldMk cId="3049232890" sldId="266"/>
        </pc:sldMkLst>
        <pc:spChg chg="mod ord">
          <ac:chgData name="Torrodjae D Somerville" userId="8d691862-94d9-43ad-ba94-8761f4fcdd73" providerId="ADAL" clId="{C2734A28-E2D9-4416-81B3-5811FFCD2732}" dt="2024-12-05T21:50:49.072" v="3205" actId="20577"/>
          <ac:spMkLst>
            <pc:docMk/>
            <pc:sldMk cId="3049232890" sldId="266"/>
            <ac:spMk id="2" creationId="{00000000-0000-0000-0000-000000000000}"/>
          </ac:spMkLst>
        </pc:spChg>
        <pc:spChg chg="del mod ord">
          <ac:chgData name="Torrodjae D Somerville" userId="8d691862-94d9-43ad-ba94-8761f4fcdd73" providerId="ADAL" clId="{C2734A28-E2D9-4416-81B3-5811FFCD2732}" dt="2024-12-05T21:50:37.467" v="3190" actId="700"/>
          <ac:spMkLst>
            <pc:docMk/>
            <pc:sldMk cId="3049232890" sldId="266"/>
            <ac:spMk id="3" creationId="{00000000-0000-0000-0000-000000000000}"/>
          </ac:spMkLst>
        </pc:spChg>
        <pc:spChg chg="del">
          <ac:chgData name="Torrodjae D Somerville" userId="8d691862-94d9-43ad-ba94-8761f4fcdd73" providerId="ADAL" clId="{C2734A28-E2D9-4416-81B3-5811FFCD2732}" dt="2024-12-05T21:50:37.467" v="3190" actId="700"/>
          <ac:spMkLst>
            <pc:docMk/>
            <pc:sldMk cId="3049232890" sldId="266"/>
            <ac:spMk id="4" creationId="{00000000-0000-0000-0000-000000000000}"/>
          </ac:spMkLst>
        </pc:spChg>
        <pc:spChg chg="add mod ord">
          <ac:chgData name="Torrodjae D Somerville" userId="8d691862-94d9-43ad-ba94-8761f4fcdd73" providerId="ADAL" clId="{C2734A28-E2D9-4416-81B3-5811FFCD2732}" dt="2024-12-05T21:53:16.800" v="3212" actId="20577"/>
          <ac:spMkLst>
            <pc:docMk/>
            <pc:sldMk cId="3049232890" sldId="266"/>
            <ac:spMk id="5" creationId="{039B6AE9-9896-A124-E73E-ACA865D6EAA9}"/>
          </ac:spMkLst>
        </pc:spChg>
      </pc:sldChg>
      <pc:sldChg chg="modSp mod">
        <pc:chgData name="Torrodjae D Somerville" userId="8d691862-94d9-43ad-ba94-8761f4fcdd73" providerId="ADAL" clId="{C2734A28-E2D9-4416-81B3-5811FFCD2732}" dt="2024-12-05T22:31:45.527" v="3370" actId="20577"/>
        <pc:sldMkLst>
          <pc:docMk/>
          <pc:sldMk cId="704425415" sldId="267"/>
        </pc:sldMkLst>
        <pc:spChg chg="mod">
          <ac:chgData name="Torrodjae D Somerville" userId="8d691862-94d9-43ad-ba94-8761f4fcdd73" providerId="ADAL" clId="{C2734A28-E2D9-4416-81B3-5811FFCD2732}" dt="2024-12-05T22:15:08.848" v="3251" actId="20577"/>
          <ac:spMkLst>
            <pc:docMk/>
            <pc:sldMk cId="704425415" sldId="267"/>
            <ac:spMk id="2" creationId="{FF602A8F-9CE9-FC82-B7F2-09E356281FF3}"/>
          </ac:spMkLst>
        </pc:spChg>
        <pc:spChg chg="mod">
          <ac:chgData name="Torrodjae D Somerville" userId="8d691862-94d9-43ad-ba94-8761f4fcdd73" providerId="ADAL" clId="{C2734A28-E2D9-4416-81B3-5811FFCD2732}" dt="2024-12-05T22:31:45.527" v="3370" actId="20577"/>
          <ac:spMkLst>
            <pc:docMk/>
            <pc:sldMk cId="704425415" sldId="267"/>
            <ac:spMk id="3" creationId="{9AB6B5D1-AD91-D35B-6BED-179DED53531D}"/>
          </ac:spMkLst>
        </pc:spChg>
      </pc:sldChg>
      <pc:sldChg chg="addSp delSp modSp new mod">
        <pc:chgData name="Torrodjae D Somerville" userId="8d691862-94d9-43ad-ba94-8761f4fcdd73" providerId="ADAL" clId="{C2734A28-E2D9-4416-81B3-5811FFCD2732}" dt="2024-12-05T22:33:18.324" v="3390" actId="20577"/>
        <pc:sldMkLst>
          <pc:docMk/>
          <pc:sldMk cId="1264949528" sldId="268"/>
        </pc:sldMkLst>
        <pc:spChg chg="mod">
          <ac:chgData name="Torrodjae D Somerville" userId="8d691862-94d9-43ad-ba94-8761f4fcdd73" providerId="ADAL" clId="{C2734A28-E2D9-4416-81B3-5811FFCD2732}" dt="2024-12-05T16:44:16.241" v="62" actId="20577"/>
          <ac:spMkLst>
            <pc:docMk/>
            <pc:sldMk cId="1264949528" sldId="268"/>
            <ac:spMk id="2" creationId="{E9305BD2-F5E6-BCE5-A621-94B523DFA709}"/>
          </ac:spMkLst>
        </pc:spChg>
        <pc:spChg chg="mod">
          <ac:chgData name="Torrodjae D Somerville" userId="8d691862-94d9-43ad-ba94-8761f4fcdd73" providerId="ADAL" clId="{C2734A28-E2D9-4416-81B3-5811FFCD2732}" dt="2024-12-05T16:58:46.719" v="153" actId="255"/>
          <ac:spMkLst>
            <pc:docMk/>
            <pc:sldMk cId="1264949528" sldId="268"/>
            <ac:spMk id="3" creationId="{DC829020-B92C-FE42-AF09-A8E932965F95}"/>
          </ac:spMkLst>
        </pc:spChg>
        <pc:spChg chg="add del mod">
          <ac:chgData name="Torrodjae D Somerville" userId="8d691862-94d9-43ad-ba94-8761f4fcdd73" providerId="ADAL" clId="{C2734A28-E2D9-4416-81B3-5811FFCD2732}" dt="2024-12-05T22:33:18.324" v="3390" actId="20577"/>
          <ac:spMkLst>
            <pc:docMk/>
            <pc:sldMk cId="1264949528" sldId="268"/>
            <ac:spMk id="4" creationId="{FA670FD1-D642-BC1D-D80B-7B4D3F88073E}"/>
          </ac:spMkLst>
        </pc:spChg>
        <pc:spChg chg="add">
          <ac:chgData name="Torrodjae D Somerville" userId="8d691862-94d9-43ad-ba94-8761f4fcdd73" providerId="ADAL" clId="{C2734A28-E2D9-4416-81B3-5811FFCD2732}" dt="2024-12-05T16:52:11.586" v="133"/>
          <ac:spMkLst>
            <pc:docMk/>
            <pc:sldMk cId="1264949528" sldId="268"/>
            <ac:spMk id="5" creationId="{E4A33AA5-A362-969F-BCB3-DDD1875402AC}"/>
          </ac:spMkLst>
        </pc:spChg>
        <pc:spChg chg="add">
          <ac:chgData name="Torrodjae D Somerville" userId="8d691862-94d9-43ad-ba94-8761f4fcdd73" providerId="ADAL" clId="{C2734A28-E2D9-4416-81B3-5811FFCD2732}" dt="2024-12-05T16:52:21.214" v="136"/>
          <ac:spMkLst>
            <pc:docMk/>
            <pc:sldMk cId="1264949528" sldId="268"/>
            <ac:spMk id="6" creationId="{6E587433-C577-0279-8F5C-B59A7BEB82F4}"/>
          </ac:spMkLst>
        </pc:spChg>
      </pc:sldChg>
      <pc:sldChg chg="addSp modSp new mod">
        <pc:chgData name="Torrodjae D Somerville" userId="8d691862-94d9-43ad-ba94-8761f4fcdd73" providerId="ADAL" clId="{C2734A28-E2D9-4416-81B3-5811FFCD2732}" dt="2024-12-05T21:06:59.754" v="1558" actId="20577"/>
        <pc:sldMkLst>
          <pc:docMk/>
          <pc:sldMk cId="2132647108" sldId="269"/>
        </pc:sldMkLst>
        <pc:spChg chg="mod">
          <ac:chgData name="Torrodjae D Somerville" userId="8d691862-94d9-43ad-ba94-8761f4fcdd73" providerId="ADAL" clId="{C2734A28-E2D9-4416-81B3-5811FFCD2732}" dt="2024-12-05T17:00:34.892" v="172" actId="20577"/>
          <ac:spMkLst>
            <pc:docMk/>
            <pc:sldMk cId="2132647108" sldId="269"/>
            <ac:spMk id="2" creationId="{2661F76C-8FEB-8744-70D4-2E06275E879B}"/>
          </ac:spMkLst>
        </pc:spChg>
        <pc:spChg chg="mod">
          <ac:chgData name="Torrodjae D Somerville" userId="8d691862-94d9-43ad-ba94-8761f4fcdd73" providerId="ADAL" clId="{C2734A28-E2D9-4416-81B3-5811FFCD2732}" dt="2024-12-05T21:06:51.744" v="1533" actId="27636"/>
          <ac:spMkLst>
            <pc:docMk/>
            <pc:sldMk cId="2132647108" sldId="269"/>
            <ac:spMk id="3" creationId="{1E40579F-5C56-1613-D05B-0DD8E6E8BF27}"/>
          </ac:spMkLst>
        </pc:spChg>
        <pc:spChg chg="mod">
          <ac:chgData name="Torrodjae D Somerville" userId="8d691862-94d9-43ad-ba94-8761f4fcdd73" providerId="ADAL" clId="{C2734A28-E2D9-4416-81B3-5811FFCD2732}" dt="2024-12-05T21:06:59.754" v="1558" actId="20577"/>
          <ac:spMkLst>
            <pc:docMk/>
            <pc:sldMk cId="2132647108" sldId="269"/>
            <ac:spMk id="4" creationId="{3BA99E07-5F3B-B469-7CE8-486041B5FD94}"/>
          </ac:spMkLst>
        </pc:spChg>
        <pc:spChg chg="add">
          <ac:chgData name="Torrodjae D Somerville" userId="8d691862-94d9-43ad-ba94-8761f4fcdd73" providerId="ADAL" clId="{C2734A28-E2D9-4416-81B3-5811FFCD2732}" dt="2024-12-05T17:02:44.901" v="216"/>
          <ac:spMkLst>
            <pc:docMk/>
            <pc:sldMk cId="2132647108" sldId="269"/>
            <ac:spMk id="5" creationId="{FF80BC23-CDE2-683A-C50C-C3F6A216B7F0}"/>
          </ac:spMkLst>
        </pc:spChg>
      </pc:sldChg>
      <pc:sldChg chg="addSp delSp modSp new mod modClrScheme chgLayout">
        <pc:chgData name="Torrodjae D Somerville" userId="8d691862-94d9-43ad-ba94-8761f4fcdd73" providerId="ADAL" clId="{C2734A28-E2D9-4416-81B3-5811FFCD2732}" dt="2024-12-05T17:16:40.151" v="384" actId="26606"/>
        <pc:sldMkLst>
          <pc:docMk/>
          <pc:sldMk cId="1354553154" sldId="270"/>
        </pc:sldMkLst>
        <pc:spChg chg="mod">
          <ac:chgData name="Torrodjae D Somerville" userId="8d691862-94d9-43ad-ba94-8761f4fcdd73" providerId="ADAL" clId="{C2734A28-E2D9-4416-81B3-5811FFCD2732}" dt="2024-12-05T17:16:40.151" v="384" actId="26606"/>
          <ac:spMkLst>
            <pc:docMk/>
            <pc:sldMk cId="1354553154" sldId="270"/>
            <ac:spMk id="2" creationId="{267B1C65-6A2E-7DDC-84A4-6C8737B5EB60}"/>
          </ac:spMkLst>
        </pc:spChg>
        <pc:spChg chg="add del mod">
          <ac:chgData name="Torrodjae D Somerville" userId="8d691862-94d9-43ad-ba94-8761f4fcdd73" providerId="ADAL" clId="{C2734A28-E2D9-4416-81B3-5811FFCD2732}" dt="2024-12-05T17:16:40.151" v="384" actId="26606"/>
          <ac:spMkLst>
            <pc:docMk/>
            <pc:sldMk cId="1354553154" sldId="270"/>
            <ac:spMk id="3" creationId="{46714D4A-2752-0228-D435-6B9DE833D211}"/>
          </ac:spMkLst>
        </pc:spChg>
        <pc:spChg chg="add del mod">
          <ac:chgData name="Torrodjae D Somerville" userId="8d691862-94d9-43ad-ba94-8761f4fcdd73" providerId="ADAL" clId="{C2734A28-E2D9-4416-81B3-5811FFCD2732}" dt="2024-12-05T17:16:40.150" v="383" actId="26606"/>
          <ac:spMkLst>
            <pc:docMk/>
            <pc:sldMk cId="1354553154" sldId="270"/>
            <ac:spMk id="10" creationId="{0195C25D-6FB2-578C-515F-1B93FD0A15E2}"/>
          </ac:spMkLst>
        </pc:spChg>
        <pc:picChg chg="add mod">
          <ac:chgData name="Torrodjae D Somerville" userId="8d691862-94d9-43ad-ba94-8761f4fcdd73" providerId="ADAL" clId="{C2734A28-E2D9-4416-81B3-5811FFCD2732}" dt="2024-12-05T17:16:40.151" v="384" actId="26606"/>
          <ac:picMkLst>
            <pc:docMk/>
            <pc:sldMk cId="1354553154" sldId="270"/>
            <ac:picMk id="5" creationId="{D533AFB5-AA56-2306-E588-65E046B32BB6}"/>
          </ac:picMkLst>
        </pc:picChg>
      </pc:sldChg>
      <pc:sldChg chg="new del">
        <pc:chgData name="Torrodjae D Somerville" userId="8d691862-94d9-43ad-ba94-8761f4fcdd73" providerId="ADAL" clId="{C2734A28-E2D9-4416-81B3-5811FFCD2732}" dt="2024-12-05T17:12:12.948" v="330" actId="2696"/>
        <pc:sldMkLst>
          <pc:docMk/>
          <pc:sldMk cId="1488053302" sldId="270"/>
        </pc:sldMkLst>
      </pc:sldChg>
      <pc:sldChg chg="addSp delSp modSp new mod modClrScheme chgLayout">
        <pc:chgData name="Torrodjae D Somerville" userId="8d691862-94d9-43ad-ba94-8761f4fcdd73" providerId="ADAL" clId="{C2734A28-E2D9-4416-81B3-5811FFCD2732}" dt="2024-12-05T21:21:53.701" v="1871" actId="20577"/>
        <pc:sldMkLst>
          <pc:docMk/>
          <pc:sldMk cId="3558236721" sldId="271"/>
        </pc:sldMkLst>
        <pc:spChg chg="del mod ord">
          <ac:chgData name="Torrodjae D Somerville" userId="8d691862-94d9-43ad-ba94-8761f4fcdd73" providerId="ADAL" clId="{C2734A28-E2D9-4416-81B3-5811FFCD2732}" dt="2024-12-05T18:10:10.166" v="386" actId="700"/>
          <ac:spMkLst>
            <pc:docMk/>
            <pc:sldMk cId="3558236721" sldId="271"/>
            <ac:spMk id="2" creationId="{A3921816-7CC8-AECE-E1F2-B0A92830EB66}"/>
          </ac:spMkLst>
        </pc:spChg>
        <pc:spChg chg="del mod ord">
          <ac:chgData name="Torrodjae D Somerville" userId="8d691862-94d9-43ad-ba94-8761f4fcdd73" providerId="ADAL" clId="{C2734A28-E2D9-4416-81B3-5811FFCD2732}" dt="2024-12-05T18:10:10.166" v="386" actId="700"/>
          <ac:spMkLst>
            <pc:docMk/>
            <pc:sldMk cId="3558236721" sldId="271"/>
            <ac:spMk id="3" creationId="{FDE6A556-EE03-A277-EB4D-B88CBDA94CAE}"/>
          </ac:spMkLst>
        </pc:spChg>
        <pc:spChg chg="del mod ord">
          <ac:chgData name="Torrodjae D Somerville" userId="8d691862-94d9-43ad-ba94-8761f4fcdd73" providerId="ADAL" clId="{C2734A28-E2D9-4416-81B3-5811FFCD2732}" dt="2024-12-05T18:10:10.166" v="386" actId="700"/>
          <ac:spMkLst>
            <pc:docMk/>
            <pc:sldMk cId="3558236721" sldId="271"/>
            <ac:spMk id="4" creationId="{E61700CB-6E01-F75C-4509-3F61C7C904DD}"/>
          </ac:spMkLst>
        </pc:spChg>
        <pc:spChg chg="add del mod ord">
          <ac:chgData name="Torrodjae D Somerville" userId="8d691862-94d9-43ad-ba94-8761f4fcdd73" providerId="ADAL" clId="{C2734A28-E2D9-4416-81B3-5811FFCD2732}" dt="2024-12-05T18:12:08.549" v="438" actId="700"/>
          <ac:spMkLst>
            <pc:docMk/>
            <pc:sldMk cId="3558236721" sldId="271"/>
            <ac:spMk id="5" creationId="{42B2A94D-0C8B-D0EF-1F2E-8A482626EBE9}"/>
          </ac:spMkLst>
        </pc:spChg>
        <pc:spChg chg="add del mod ord">
          <ac:chgData name="Torrodjae D Somerville" userId="8d691862-94d9-43ad-ba94-8761f4fcdd73" providerId="ADAL" clId="{C2734A28-E2D9-4416-81B3-5811FFCD2732}" dt="2024-12-05T18:12:08.549" v="438" actId="700"/>
          <ac:spMkLst>
            <pc:docMk/>
            <pc:sldMk cId="3558236721" sldId="271"/>
            <ac:spMk id="6" creationId="{E5259725-9F44-2476-D82C-0B1B5F0B53C0}"/>
          </ac:spMkLst>
        </pc:spChg>
        <pc:spChg chg="add del mod ord">
          <ac:chgData name="Torrodjae D Somerville" userId="8d691862-94d9-43ad-ba94-8761f4fcdd73" providerId="ADAL" clId="{C2734A28-E2D9-4416-81B3-5811FFCD2732}" dt="2024-12-05T18:12:08.549" v="438" actId="700"/>
          <ac:spMkLst>
            <pc:docMk/>
            <pc:sldMk cId="3558236721" sldId="271"/>
            <ac:spMk id="7" creationId="{2516C5EC-B5DA-55DE-B485-53D7D0F84638}"/>
          </ac:spMkLst>
        </pc:spChg>
        <pc:spChg chg="add del mod ord">
          <ac:chgData name="Torrodjae D Somerville" userId="8d691862-94d9-43ad-ba94-8761f4fcdd73" providerId="ADAL" clId="{C2734A28-E2D9-4416-81B3-5811FFCD2732}" dt="2024-12-05T18:13:46.790" v="439" actId="700"/>
          <ac:spMkLst>
            <pc:docMk/>
            <pc:sldMk cId="3558236721" sldId="271"/>
            <ac:spMk id="8" creationId="{1823C033-A283-5F28-1FDC-117F53C63A30}"/>
          </ac:spMkLst>
        </pc:spChg>
        <pc:spChg chg="add del mod ord">
          <ac:chgData name="Torrodjae D Somerville" userId="8d691862-94d9-43ad-ba94-8761f4fcdd73" providerId="ADAL" clId="{C2734A28-E2D9-4416-81B3-5811FFCD2732}" dt="2024-12-05T18:13:46.790" v="439" actId="700"/>
          <ac:spMkLst>
            <pc:docMk/>
            <pc:sldMk cId="3558236721" sldId="271"/>
            <ac:spMk id="9" creationId="{859CB8F0-2DDC-CDA0-7CBC-6390FD68DFF3}"/>
          </ac:spMkLst>
        </pc:spChg>
        <pc:spChg chg="add del mod ord">
          <ac:chgData name="Torrodjae D Somerville" userId="8d691862-94d9-43ad-ba94-8761f4fcdd73" providerId="ADAL" clId="{C2734A28-E2D9-4416-81B3-5811FFCD2732}" dt="2024-12-05T18:13:46.790" v="439" actId="700"/>
          <ac:spMkLst>
            <pc:docMk/>
            <pc:sldMk cId="3558236721" sldId="271"/>
            <ac:spMk id="10" creationId="{5B81A83F-B2A0-DB7F-BD31-87F3B6F5596E}"/>
          </ac:spMkLst>
        </pc:spChg>
        <pc:spChg chg="add mod ord">
          <ac:chgData name="Torrodjae D Somerville" userId="8d691862-94d9-43ad-ba94-8761f4fcdd73" providerId="ADAL" clId="{C2734A28-E2D9-4416-81B3-5811FFCD2732}" dt="2024-12-05T20:18:28.972" v="1487" actId="20577"/>
          <ac:spMkLst>
            <pc:docMk/>
            <pc:sldMk cId="3558236721" sldId="271"/>
            <ac:spMk id="11" creationId="{F373A174-2805-52C8-43A4-EDCE2A78518F}"/>
          </ac:spMkLst>
        </pc:spChg>
        <pc:spChg chg="add del mod ord">
          <ac:chgData name="Torrodjae D Somerville" userId="8d691862-94d9-43ad-ba94-8761f4fcdd73" providerId="ADAL" clId="{C2734A28-E2D9-4416-81B3-5811FFCD2732}" dt="2024-12-05T18:13:48.603" v="440"/>
          <ac:spMkLst>
            <pc:docMk/>
            <pc:sldMk cId="3558236721" sldId="271"/>
            <ac:spMk id="12" creationId="{C5444455-34C4-500F-8089-9F1E5625247C}"/>
          </ac:spMkLst>
        </pc:spChg>
        <pc:spChg chg="add del mod ord">
          <ac:chgData name="Torrodjae D Somerville" userId="8d691862-94d9-43ad-ba94-8761f4fcdd73" providerId="ADAL" clId="{C2734A28-E2D9-4416-81B3-5811FFCD2732}" dt="2024-12-05T21:21:53.701" v="1871" actId="20577"/>
          <ac:spMkLst>
            <pc:docMk/>
            <pc:sldMk cId="3558236721" sldId="271"/>
            <ac:spMk id="13" creationId="{CA8D8923-3E37-24B7-CC48-E9B794E3BA45}"/>
          </ac:spMkLst>
        </pc:spChg>
        <pc:spChg chg="add mod">
          <ac:chgData name="Torrodjae D Somerville" userId="8d691862-94d9-43ad-ba94-8761f4fcdd73" providerId="ADAL" clId="{C2734A28-E2D9-4416-81B3-5811FFCD2732}" dt="2024-12-05T18:26:39.531" v="477"/>
          <ac:spMkLst>
            <pc:docMk/>
            <pc:sldMk cId="3558236721" sldId="271"/>
            <ac:spMk id="14" creationId="{E444E051-99B7-EA5C-4D24-3795838483E2}"/>
          </ac:spMkLst>
        </pc:spChg>
        <pc:spChg chg="add del mod">
          <ac:chgData name="Torrodjae D Somerville" userId="8d691862-94d9-43ad-ba94-8761f4fcdd73" providerId="ADAL" clId="{C2734A28-E2D9-4416-81B3-5811FFCD2732}" dt="2024-12-05T20:20:23.068" v="1489"/>
          <ac:spMkLst>
            <pc:docMk/>
            <pc:sldMk cId="3558236721" sldId="271"/>
            <ac:spMk id="15" creationId="{717082C8-4E9A-E6C3-93F8-C48710ECDBC6}"/>
          </ac:spMkLst>
        </pc:spChg>
        <pc:spChg chg="add del mod">
          <ac:chgData name="Torrodjae D Somerville" userId="8d691862-94d9-43ad-ba94-8761f4fcdd73" providerId="ADAL" clId="{C2734A28-E2D9-4416-81B3-5811FFCD2732}" dt="2024-12-05T20:21:13.419" v="1491"/>
          <ac:spMkLst>
            <pc:docMk/>
            <pc:sldMk cId="3558236721" sldId="271"/>
            <ac:spMk id="17" creationId="{42496204-3F02-8C58-2EBB-71D7CC1E3388}"/>
          </ac:spMkLst>
        </pc:spChg>
        <pc:picChg chg="add del mod">
          <ac:chgData name="Torrodjae D Somerville" userId="8d691862-94d9-43ad-ba94-8761f4fcdd73" providerId="ADAL" clId="{C2734A28-E2D9-4416-81B3-5811FFCD2732}" dt="2024-12-05T20:21:10.503" v="1490" actId="478"/>
          <ac:picMkLst>
            <pc:docMk/>
            <pc:sldMk cId="3558236721" sldId="271"/>
            <ac:picMk id="16" creationId="{36E3E93B-A381-96AB-AAEF-B2A5F13A576E}"/>
          </ac:picMkLst>
        </pc:picChg>
        <pc:picChg chg="add del mod">
          <ac:chgData name="Torrodjae D Somerville" userId="8d691862-94d9-43ad-ba94-8761f4fcdd73" providerId="ADAL" clId="{C2734A28-E2D9-4416-81B3-5811FFCD2732}" dt="2024-12-05T20:20:20.905" v="1488" actId="21"/>
          <ac:picMkLst>
            <pc:docMk/>
            <pc:sldMk cId="3558236721" sldId="271"/>
            <ac:picMk id="3074" creationId="{36E3E93B-A381-96AB-AAEF-B2A5F13A576E}"/>
          </ac:picMkLst>
        </pc:picChg>
        <pc:picChg chg="add mod">
          <ac:chgData name="Torrodjae D Somerville" userId="8d691862-94d9-43ad-ba94-8761f4fcdd73" providerId="ADAL" clId="{C2734A28-E2D9-4416-81B3-5811FFCD2732}" dt="2024-12-05T20:21:42.143" v="1496" actId="14100"/>
          <ac:picMkLst>
            <pc:docMk/>
            <pc:sldMk cId="3558236721" sldId="271"/>
            <ac:picMk id="3077" creationId="{C3226D24-586A-1F61-1247-DDCBB5BC844C}"/>
          </ac:picMkLst>
        </pc:picChg>
      </pc:sldChg>
      <pc:sldChg chg="addSp delSp modSp new add del mod">
        <pc:chgData name="Torrodjae D Somerville" userId="8d691862-94d9-43ad-ba94-8761f4fcdd73" providerId="ADAL" clId="{C2734A28-E2D9-4416-81B3-5811FFCD2732}" dt="2024-12-05T21:19:15.069" v="1711" actId="20577"/>
        <pc:sldMkLst>
          <pc:docMk/>
          <pc:sldMk cId="3562097235" sldId="272"/>
        </pc:sldMkLst>
        <pc:spChg chg="mod">
          <ac:chgData name="Torrodjae D Somerville" userId="8d691862-94d9-43ad-ba94-8761f4fcdd73" providerId="ADAL" clId="{C2734A28-E2D9-4416-81B3-5811FFCD2732}" dt="2024-12-05T20:13:29.881" v="1472" actId="20577"/>
          <ac:spMkLst>
            <pc:docMk/>
            <pc:sldMk cId="3562097235" sldId="272"/>
            <ac:spMk id="2" creationId="{72BB7E00-98ED-FD8B-E171-12589D6EF011}"/>
          </ac:spMkLst>
        </pc:spChg>
        <pc:spChg chg="add del">
          <ac:chgData name="Torrodjae D Somerville" userId="8d691862-94d9-43ad-ba94-8761f4fcdd73" providerId="ADAL" clId="{C2734A28-E2D9-4416-81B3-5811FFCD2732}" dt="2024-12-05T19:46:54.578" v="638"/>
          <ac:spMkLst>
            <pc:docMk/>
            <pc:sldMk cId="3562097235" sldId="272"/>
            <ac:spMk id="3" creationId="{E15154D5-350C-2268-67EB-AB83E154884E}"/>
          </ac:spMkLst>
        </pc:spChg>
        <pc:spChg chg="add del mod">
          <ac:chgData name="Torrodjae D Somerville" userId="8d691862-94d9-43ad-ba94-8761f4fcdd73" providerId="ADAL" clId="{C2734A28-E2D9-4416-81B3-5811FFCD2732}" dt="2024-12-05T21:19:15.069" v="1711" actId="20577"/>
          <ac:spMkLst>
            <pc:docMk/>
            <pc:sldMk cId="3562097235" sldId="272"/>
            <ac:spMk id="4" creationId="{272F8D81-C9C7-AB4F-1A13-85B36633C5B0}"/>
          </ac:spMkLst>
        </pc:spChg>
        <pc:spChg chg="add mod">
          <ac:chgData name="Torrodjae D Somerville" userId="8d691862-94d9-43ad-ba94-8761f4fcdd73" providerId="ADAL" clId="{C2734A28-E2D9-4416-81B3-5811FFCD2732}" dt="2024-12-05T19:56:51.376" v="646"/>
          <ac:spMkLst>
            <pc:docMk/>
            <pc:sldMk cId="3562097235" sldId="272"/>
            <ac:spMk id="5" creationId="{83E2F5F3-5324-4DED-2C66-E388062D2703}"/>
          </ac:spMkLst>
        </pc:spChg>
        <pc:picChg chg="add mod">
          <ac:chgData name="Torrodjae D Somerville" userId="8d691862-94d9-43ad-ba94-8761f4fcdd73" providerId="ADAL" clId="{C2734A28-E2D9-4416-81B3-5811FFCD2732}" dt="2024-12-05T19:46:52.214" v="637"/>
          <ac:picMkLst>
            <pc:docMk/>
            <pc:sldMk cId="3562097235" sldId="272"/>
            <ac:picMk id="4098" creationId="{3823E17A-05AE-09D5-219C-E43BCA28530A}"/>
          </ac:picMkLst>
        </pc:picChg>
        <pc:picChg chg="add">
          <ac:chgData name="Torrodjae D Somerville" userId="8d691862-94d9-43ad-ba94-8761f4fcdd73" providerId="ADAL" clId="{C2734A28-E2D9-4416-81B3-5811FFCD2732}" dt="2024-12-05T19:46:03.727" v="620"/>
          <ac:picMkLst>
            <pc:docMk/>
            <pc:sldMk cId="3562097235" sldId="272"/>
            <ac:picMk id="4100" creationId="{3A15C70E-970C-BA3A-F55A-A8AE60FD7976}"/>
          </ac:picMkLst>
        </pc:picChg>
        <pc:picChg chg="add mod">
          <ac:chgData name="Torrodjae D Somerville" userId="8d691862-94d9-43ad-ba94-8761f4fcdd73" providerId="ADAL" clId="{C2734A28-E2D9-4416-81B3-5811FFCD2732}" dt="2024-12-05T19:46:54.578" v="638"/>
          <ac:picMkLst>
            <pc:docMk/>
            <pc:sldMk cId="3562097235" sldId="272"/>
            <ac:picMk id="4102" creationId="{1583AB61-A4F5-B9F1-3C36-65FF556086F4}"/>
          </ac:picMkLst>
        </pc:picChg>
      </pc:sldChg>
      <pc:sldChg chg="addSp delSp modSp new mod">
        <pc:chgData name="Torrodjae D Somerville" userId="8d691862-94d9-43ad-ba94-8761f4fcdd73" providerId="ADAL" clId="{C2734A28-E2D9-4416-81B3-5811FFCD2732}" dt="2024-12-05T22:51:13.459" v="3566" actId="27636"/>
        <pc:sldMkLst>
          <pc:docMk/>
          <pc:sldMk cId="2886019410" sldId="273"/>
        </pc:sldMkLst>
        <pc:spChg chg="mod">
          <ac:chgData name="Torrodjae D Somerville" userId="8d691862-94d9-43ad-ba94-8761f4fcdd73" providerId="ADAL" clId="{C2734A28-E2D9-4416-81B3-5811FFCD2732}" dt="2024-12-05T21:15:22.839" v="1584" actId="20577"/>
          <ac:spMkLst>
            <pc:docMk/>
            <pc:sldMk cId="2886019410" sldId="273"/>
            <ac:spMk id="2" creationId="{9514C411-5950-576F-A98A-16591B7DF0C5}"/>
          </ac:spMkLst>
        </pc:spChg>
        <pc:spChg chg="del">
          <ac:chgData name="Torrodjae D Somerville" userId="8d691862-94d9-43ad-ba94-8761f4fcdd73" providerId="ADAL" clId="{C2734A28-E2D9-4416-81B3-5811FFCD2732}" dt="2024-12-05T21:22:08.703" v="1872"/>
          <ac:spMkLst>
            <pc:docMk/>
            <pc:sldMk cId="2886019410" sldId="273"/>
            <ac:spMk id="3" creationId="{04A53149-807E-653D-B900-98CE42778766}"/>
          </ac:spMkLst>
        </pc:spChg>
        <pc:spChg chg="add del mod">
          <ac:chgData name="Torrodjae D Somerville" userId="8d691862-94d9-43ad-ba94-8761f4fcdd73" providerId="ADAL" clId="{C2734A28-E2D9-4416-81B3-5811FFCD2732}" dt="2024-12-05T22:51:13.459" v="3566" actId="27636"/>
          <ac:spMkLst>
            <pc:docMk/>
            <pc:sldMk cId="2886019410" sldId="273"/>
            <ac:spMk id="4" creationId="{AE4DF334-A438-E481-5B85-FC2948DAEA9F}"/>
          </ac:spMkLst>
        </pc:spChg>
        <pc:spChg chg="add mod">
          <ac:chgData name="Torrodjae D Somerville" userId="8d691862-94d9-43ad-ba94-8761f4fcdd73" providerId="ADAL" clId="{C2734A28-E2D9-4416-81B3-5811FFCD2732}" dt="2024-12-05T21:24:40.920" v="1878"/>
          <ac:spMkLst>
            <pc:docMk/>
            <pc:sldMk cId="2886019410" sldId="273"/>
            <ac:spMk id="5" creationId="{3EAEAD6C-3DFF-5320-1EFD-BF67D26DFCF8}"/>
          </ac:spMkLst>
        </pc:spChg>
        <pc:spChg chg="add del mod">
          <ac:chgData name="Torrodjae D Somerville" userId="8d691862-94d9-43ad-ba94-8761f4fcdd73" providerId="ADAL" clId="{C2734A28-E2D9-4416-81B3-5811FFCD2732}" dt="2024-12-05T21:27:32.228" v="1941"/>
          <ac:spMkLst>
            <pc:docMk/>
            <pc:sldMk cId="2886019410" sldId="273"/>
            <ac:spMk id="6" creationId="{EC202BF0-E7BA-822C-B5AF-086B59B48580}"/>
          </ac:spMkLst>
        </pc:spChg>
        <pc:spChg chg="add del mod">
          <ac:chgData name="Torrodjae D Somerville" userId="8d691862-94d9-43ad-ba94-8761f4fcdd73" providerId="ADAL" clId="{C2734A28-E2D9-4416-81B3-5811FFCD2732}" dt="2024-12-05T21:33:14.756" v="2322"/>
          <ac:spMkLst>
            <pc:docMk/>
            <pc:sldMk cId="2886019410" sldId="273"/>
            <ac:spMk id="7" creationId="{A3FA0FC0-5A52-DA12-1A58-3CCF57BE8509}"/>
          </ac:spMkLst>
        </pc:spChg>
        <pc:picChg chg="add del mod">
          <ac:chgData name="Torrodjae D Somerville" userId="8d691862-94d9-43ad-ba94-8761f4fcdd73" providerId="ADAL" clId="{C2734A28-E2D9-4416-81B3-5811FFCD2732}" dt="2024-12-05T21:27:29.917" v="1940" actId="478"/>
          <ac:picMkLst>
            <pc:docMk/>
            <pc:sldMk cId="2886019410" sldId="273"/>
            <ac:picMk id="5122" creationId="{7C942EED-C828-6F7B-AF48-C496B647E7F1}"/>
          </ac:picMkLst>
        </pc:picChg>
        <pc:picChg chg="add del mod">
          <ac:chgData name="Torrodjae D Somerville" userId="8d691862-94d9-43ad-ba94-8761f4fcdd73" providerId="ADAL" clId="{C2734A28-E2D9-4416-81B3-5811FFCD2732}" dt="2024-12-05T21:33:12.316" v="2321" actId="478"/>
          <ac:picMkLst>
            <pc:docMk/>
            <pc:sldMk cId="2886019410" sldId="273"/>
            <ac:picMk id="5125" creationId="{52EDEE0F-F9E0-EC55-38FB-E003221AE153}"/>
          </ac:picMkLst>
        </pc:picChg>
        <pc:picChg chg="add mod">
          <ac:chgData name="Torrodjae D Somerville" userId="8d691862-94d9-43ad-ba94-8761f4fcdd73" providerId="ADAL" clId="{C2734A28-E2D9-4416-81B3-5811FFCD2732}" dt="2024-12-05T21:33:33.251" v="2327" actId="14100"/>
          <ac:picMkLst>
            <pc:docMk/>
            <pc:sldMk cId="2886019410" sldId="273"/>
            <ac:picMk id="5127" creationId="{72D207F9-ADB1-5D6E-D4DE-0930666A4BF1}"/>
          </ac:picMkLst>
        </pc:picChg>
      </pc:sldChg>
      <pc:sldChg chg="modSp new mod">
        <pc:chgData name="Torrodjae D Somerville" userId="8d691862-94d9-43ad-ba94-8761f4fcdd73" providerId="ADAL" clId="{C2734A28-E2D9-4416-81B3-5811FFCD2732}" dt="2024-12-05T21:55:39.725" v="3228" actId="20577"/>
        <pc:sldMkLst>
          <pc:docMk/>
          <pc:sldMk cId="3127337728" sldId="274"/>
        </pc:sldMkLst>
        <pc:spChg chg="mod">
          <ac:chgData name="Torrodjae D Somerville" userId="8d691862-94d9-43ad-ba94-8761f4fcdd73" providerId="ADAL" clId="{C2734A28-E2D9-4416-81B3-5811FFCD2732}" dt="2024-12-05T21:36:21.425" v="2347" actId="20577"/>
          <ac:spMkLst>
            <pc:docMk/>
            <pc:sldMk cId="3127337728" sldId="274"/>
            <ac:spMk id="2" creationId="{400DF8B8-2C03-2246-611F-ADE2CCD95EEC}"/>
          </ac:spMkLst>
        </pc:spChg>
        <pc:spChg chg="mod">
          <ac:chgData name="Torrodjae D Somerville" userId="8d691862-94d9-43ad-ba94-8761f4fcdd73" providerId="ADAL" clId="{C2734A28-E2D9-4416-81B3-5811FFCD2732}" dt="2024-12-05T21:55:39.725" v="3228" actId="20577"/>
          <ac:spMkLst>
            <pc:docMk/>
            <pc:sldMk cId="3127337728" sldId="274"/>
            <ac:spMk id="3" creationId="{A0D2893C-A983-7458-776C-53CF584338DF}"/>
          </ac:spMkLst>
        </pc:spChg>
      </pc:sldChg>
    </pc:docChg>
  </pc:docChgLst>
  <pc:docChgLst>
    <pc:chgData name="Torrodjae D Somerville" userId="S::somervillet0318@students.bowiestate.edu::8d691862-94d9-43ad-ba94-8761f4fcdd73" providerId="AD" clId="Web-{A0949E37-467B-6EE9-1D01-6CA00EC68BDB}"/>
    <pc:docChg chg="modSld">
      <pc:chgData name="Torrodjae D Somerville" userId="S::somervillet0318@students.bowiestate.edu::8d691862-94d9-43ad-ba94-8761f4fcdd73" providerId="AD" clId="Web-{A0949E37-467B-6EE9-1D01-6CA00EC68BDB}" dt="2024-12-06T18:17:01.033" v="4" actId="20577"/>
      <pc:docMkLst>
        <pc:docMk/>
      </pc:docMkLst>
      <pc:sldChg chg="modSp">
        <pc:chgData name="Torrodjae D Somerville" userId="S::somervillet0318@students.bowiestate.edu::8d691862-94d9-43ad-ba94-8761f4fcdd73" providerId="AD" clId="Web-{A0949E37-467B-6EE9-1D01-6CA00EC68BDB}" dt="2024-12-06T18:17:01.033" v="4" actId="20577"/>
        <pc:sldMkLst>
          <pc:docMk/>
          <pc:sldMk cId="3049232890" sldId="266"/>
        </pc:sldMkLst>
        <pc:spChg chg="mod">
          <ac:chgData name="Torrodjae D Somerville" userId="S::somervillet0318@students.bowiestate.edu::8d691862-94d9-43ad-ba94-8761f4fcdd73" providerId="AD" clId="Web-{A0949E37-467B-6EE9-1D01-6CA00EC68BDB}" dt="2024-12-06T18:17:01.033" v="4" actId="20577"/>
          <ac:spMkLst>
            <pc:docMk/>
            <pc:sldMk cId="3049232890" sldId="266"/>
            <ac:spMk id="5" creationId="{039B6AE9-9896-A124-E73E-ACA865D6EAA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3B725B-653D-4166-A8E9-72A38A1847CF}" type="datetimeFigureOut">
              <a:rPr lang="en-US"/>
              <a:t>12/6/2024</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61E8E-D392-497B-BB21-122DD7C27CF3}" type="slidenum">
              <a:rPr/>
              <a:t>‹#›</a:t>
            </a:fld>
            <a:endParaRPr/>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64CD-0576-4A9A-BD06-7889D6E60BDC}" type="datetimeFigureOut">
              <a:rPr lang="en-US"/>
              <a:t>12/6/2024</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5D449-B875-4B8D-8E66-224D27E54C9A}" type="slidenum">
              <a:rPr/>
              <a:t>‹#›</a:t>
            </a:fld>
            <a:endParaRPr/>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55D449-B875-4B8D-8E66-224D27E54C9A}" type="slidenum">
              <a:rPr lang="en-US" smtClean="0"/>
              <a:t>4</a:t>
            </a:fld>
            <a:endParaRPr lang="en-US"/>
          </a:p>
        </p:txBody>
      </p:sp>
    </p:spTree>
    <p:extLst>
      <p:ext uri="{BB962C8B-B14F-4D97-AF65-F5344CB8AC3E}">
        <p14:creationId xmlns:p14="http://schemas.microsoft.com/office/powerpoint/2010/main" val="16079592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flip="none" rotWithShape="1">
          <a:gsLst>
            <a:gs pos="0">
              <a:srgbClr val="D9D9D9"/>
            </a:gs>
            <a:gs pos="100000">
              <a:schemeClr val="bg1"/>
            </a:gs>
          </a:gsLst>
          <a:lin ang="81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26225" y="1828800"/>
            <a:ext cx="4098175" cy="3177380"/>
          </a:xfrm>
        </p:spPr>
        <p:txBody>
          <a:bodyPr anchor="b">
            <a:normAutofit/>
          </a:bodyPr>
          <a:lstStyle>
            <a:lvl1pPr algn="l">
              <a:lnSpc>
                <a:spcPct val="80000"/>
              </a:lnSpc>
              <a:defRPr sz="5400">
                <a:solidFill>
                  <a:schemeClr val="accent1"/>
                </a:solidFill>
              </a:defRPr>
            </a:lvl1pPr>
          </a:lstStyle>
          <a:p>
            <a:r>
              <a:rPr lang="en-US"/>
              <a:t>Click to edit Master title style</a:t>
            </a:r>
            <a:endParaRPr/>
          </a:p>
        </p:txBody>
      </p:sp>
      <p:sp>
        <p:nvSpPr>
          <p:cNvPr id="3" name="Subtitle 2"/>
          <p:cNvSpPr>
            <a:spLocks noGrp="1"/>
          </p:cNvSpPr>
          <p:nvPr>
            <p:ph type="subTitle" idx="1"/>
          </p:nvPr>
        </p:nvSpPr>
        <p:spPr>
          <a:xfrm>
            <a:off x="626225" y="5181600"/>
            <a:ext cx="4098175" cy="685800"/>
          </a:xfrm>
        </p:spPr>
        <p:txBody>
          <a:bodyPr>
            <a:normAutofit/>
          </a:bodyPr>
          <a:lstStyle>
            <a:lvl1pPr marL="0" indent="0" algn="l">
              <a:buNone/>
              <a:defRPr sz="2000" cap="all"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pic>
        <p:nvPicPr>
          <p:cNvPr id="7" name="Picture 6" descr="EKG line"/>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188688" y="-1"/>
            <a:ext cx="7000137" cy="6858001"/>
          </a:xfrm>
          <a:prstGeom prst="rect">
            <a:avLst/>
          </a:prstGeom>
        </p:spPr>
      </p:pic>
    </p:spTree>
    <p:extLst>
      <p:ext uri="{BB962C8B-B14F-4D97-AF65-F5344CB8AC3E}">
        <p14:creationId xmlns:p14="http://schemas.microsoft.com/office/powerpoint/2010/main" val="7988627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12/6/2024</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p:bgPr>
        <a:gradFill flip="none" rotWithShape="1">
          <a:gsLst>
            <a:gs pos="0">
              <a:schemeClr val="accent1"/>
            </a:gs>
            <a:gs pos="100000">
              <a:schemeClr val="accent1">
                <a:lumMod val="75000"/>
              </a:schemeClr>
            </a:gs>
          </a:gsLst>
          <a:lin ang="5400000" scaled="0"/>
          <a:tileRect/>
        </a:gradFill>
        <a:effectLst/>
      </p:bgPr>
    </p:bg>
    <p:spTree>
      <p:nvGrpSpPr>
        <p:cNvPr id="1" name=""/>
        <p:cNvGrpSpPr/>
        <p:nvPr/>
      </p:nvGrpSpPr>
      <p:grpSpPr>
        <a:xfrm>
          <a:off x="0" y="0"/>
          <a:ext cx="0" cy="0"/>
          <a:chOff x="0" y="0"/>
          <a:chExt cx="0" cy="0"/>
        </a:xfrm>
      </p:grpSpPr>
      <p:sp>
        <p:nvSpPr>
          <p:cNvPr id="7" name="Rectangle 6" descr="Rectangle"/>
          <p:cNvSpPr/>
          <p:nvPr/>
        </p:nvSpPr>
        <p:spPr>
          <a:xfrm>
            <a:off x="265112" y="228600"/>
            <a:ext cx="11658600" cy="6400800"/>
          </a:xfrm>
          <a:prstGeom prst="rect">
            <a:avLst/>
          </a:prstGeom>
          <a:noFill/>
          <a:ln w="15875">
            <a:gradFill flip="none" rotWithShape="1">
              <a:gsLst>
                <a:gs pos="0">
                  <a:schemeClr val="bg1">
                    <a:lumMod val="75000"/>
                  </a:schemeClr>
                </a:gs>
                <a:gs pos="100000">
                  <a:schemeClr val="bg1"/>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066800" y="1828800"/>
            <a:ext cx="7772400" cy="3177380"/>
          </a:xfrm>
        </p:spPr>
        <p:txBody>
          <a:bodyPr anchor="b">
            <a:normAutofit/>
          </a:bodyPr>
          <a:lstStyle>
            <a:lvl1pPr>
              <a:lnSpc>
                <a:spcPct val="80000"/>
              </a:lnSpc>
              <a:defRPr sz="5400"/>
            </a:lvl1pPr>
          </a:lstStyle>
          <a:p>
            <a:r>
              <a:rPr lang="en-US"/>
              <a:t>Click to edit Master title style</a:t>
            </a:r>
            <a:endParaRPr/>
          </a:p>
        </p:txBody>
      </p:sp>
      <p:sp>
        <p:nvSpPr>
          <p:cNvPr id="3" name="Text Placeholder 2"/>
          <p:cNvSpPr>
            <a:spLocks noGrp="1"/>
          </p:cNvSpPr>
          <p:nvPr>
            <p:ph type="body" idx="1"/>
          </p:nvPr>
        </p:nvSpPr>
        <p:spPr>
          <a:xfrm>
            <a:off x="1066800" y="5181600"/>
            <a:ext cx="7772400" cy="685800"/>
          </a:xfrm>
        </p:spPr>
        <p:txBody>
          <a:bodyPr>
            <a:normAutofit/>
          </a:bodyPr>
          <a:lstStyle>
            <a:lvl1pPr marL="0" indent="0">
              <a:buNone/>
              <a:defRPr sz="2000" cap="all" baseline="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5067780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668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3246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37CC0096-1860-4642-9CD2-0079EA5E7CD1}" type="datetimeFigureOut">
              <a:rPr lang="en-US"/>
              <a:t>12/6/2024</a:t>
            </a:fld>
            <a:endParaRPr/>
          </a:p>
        </p:txBody>
      </p:sp>
      <p:sp>
        <p:nvSpPr>
          <p:cNvPr id="7" name="Slide Number Placeholder 6"/>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0668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68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3246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37CC0096-1860-4642-9CD2-0079EA5E7CD1}" type="datetimeFigureOut">
              <a:rPr lang="en-US"/>
              <a:t>12/6/2024</a:t>
            </a:fld>
            <a:endParaRPr/>
          </a:p>
        </p:txBody>
      </p:sp>
      <p:sp>
        <p:nvSpPr>
          <p:cNvPr id="9" name="Slide Number Placeholder 8"/>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37CC0096-1860-4642-9CD2-0079EA5E7CD1}" type="datetimeFigureOut">
              <a:rPr lang="en-US"/>
              <a:t>12/6/2024</a:t>
            </a:fld>
            <a:endParaRPr/>
          </a:p>
        </p:txBody>
      </p:sp>
      <p:sp>
        <p:nvSpPr>
          <p:cNvPr id="5" name="Slide Number Placeholder 4"/>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37CC0096-1860-4642-9CD2-0079EA5E7CD1}" type="datetimeFigureOut">
              <a:rPr lang="en-US"/>
              <a:t>12/6/2024</a:t>
            </a:fld>
            <a:endParaRPr/>
          </a:p>
        </p:txBody>
      </p:sp>
      <p:sp>
        <p:nvSpPr>
          <p:cNvPr id="4" name="Slide Number Placeholder 3"/>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2700" y="3200400"/>
            <a:ext cx="3932237" cy="1752600"/>
          </a:xfrm>
        </p:spPr>
        <p:txBody>
          <a:bodyPr anchor="b">
            <a:normAutofit/>
          </a:bodyPr>
          <a:lstStyle>
            <a:lvl1pPr>
              <a:defRPr sz="3600"/>
            </a:lvl1pPr>
          </a:lstStyle>
          <a:p>
            <a:r>
              <a:rPr lang="en-US"/>
              <a:t>Click to edit Master title style</a:t>
            </a:r>
            <a:endParaRPr/>
          </a:p>
        </p:txBody>
      </p:sp>
      <p:sp>
        <p:nvSpPr>
          <p:cNvPr id="3" name="Content Placeholder 2"/>
          <p:cNvSpPr>
            <a:spLocks noGrp="1"/>
          </p:cNvSpPr>
          <p:nvPr>
            <p:ph idx="1"/>
          </p:nvPr>
        </p:nvSpPr>
        <p:spPr>
          <a:xfrm>
            <a:off x="609600" y="457201"/>
            <a:ext cx="5943600" cy="5943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632699" y="5029200"/>
            <a:ext cx="3932237" cy="1371600"/>
          </a:xfrm>
        </p:spPr>
        <p:txBody>
          <a:bodyPr>
            <a:normAutofit/>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5240" y="3200400"/>
            <a:ext cx="3932237" cy="1752600"/>
          </a:xfrm>
        </p:spPr>
        <p:txBody>
          <a:bodyPr anchor="b">
            <a:normAutofit/>
          </a:bodyPr>
          <a:lstStyle>
            <a:lvl1pPr>
              <a:defRPr sz="360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 y="0"/>
            <a:ext cx="7008810" cy="6857999"/>
          </a:xfrm>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7635240" y="5029200"/>
            <a:ext cx="3932237" cy="137464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772497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12/6/2024</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descr="Rectangle"/>
          <p:cNvSpPr/>
          <p:nvPr/>
        </p:nvSpPr>
        <p:spPr>
          <a:xfrm>
            <a:off x="9982200" y="0"/>
            <a:ext cx="2209800" cy="6858000"/>
          </a:xfrm>
          <a:prstGeom prst="rect">
            <a:avLst/>
          </a:prstGeom>
          <a:gradFill flip="none" rotWithShape="1">
            <a:gsLst>
              <a:gs pos="0">
                <a:schemeClr val="accent1"/>
              </a:gs>
              <a:gs pos="100000">
                <a:schemeClr val="accent1">
                  <a:lumMod val="7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058399" y="457201"/>
            <a:ext cx="2057401" cy="59436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09600" y="457200"/>
            <a:ext cx="9067800" cy="5943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12/6/2024</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9D9D9"/>
            </a:gs>
            <a:gs pos="100000">
              <a:schemeClr val="bg1"/>
            </a:gs>
          </a:gsLst>
          <a:lin ang="16200000" scaled="1"/>
          <a:tileRect/>
        </a:gradFill>
        <a:effectLst/>
      </p:bgPr>
    </p:bg>
    <p:spTree>
      <p:nvGrpSpPr>
        <p:cNvPr id="1" name=""/>
        <p:cNvGrpSpPr/>
        <p:nvPr/>
      </p:nvGrpSpPr>
      <p:grpSpPr>
        <a:xfrm>
          <a:off x="0" y="0"/>
          <a:ext cx="0" cy="0"/>
          <a:chOff x="0" y="0"/>
          <a:chExt cx="0" cy="0"/>
        </a:xfrm>
      </p:grpSpPr>
      <p:sp>
        <p:nvSpPr>
          <p:cNvPr id="7" name="red bar" descr="Red bar"/>
          <p:cNvSpPr/>
          <p:nvPr/>
        </p:nvSpPr>
        <p:spPr>
          <a:xfrm>
            <a:off x="1" y="1"/>
            <a:ext cx="12188824" cy="1524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1066800" y="99220"/>
            <a:ext cx="10058400" cy="1325563"/>
          </a:xfrm>
          <a:prstGeom prst="rect">
            <a:avLst/>
          </a:prstGeom>
        </p:spPr>
        <p:txBody>
          <a:bodyPr vert="horz" lIns="91440" tIns="45720" rIns="91440" bIns="45720" rtlCol="0" anchor="ctr">
            <a:normAutofit/>
          </a:bodyPr>
          <a:lstStyle/>
          <a:p>
            <a:r>
              <a:rPr lang="en-US"/>
              <a:t>Click to edit Master title style</a:t>
            </a:r>
            <a:endParaRPr/>
          </a:p>
        </p:txBody>
      </p:sp>
      <p:sp>
        <p:nvSpPr>
          <p:cNvPr id="3" name="Text Placeholder 2"/>
          <p:cNvSpPr>
            <a:spLocks noGrp="1"/>
          </p:cNvSpPr>
          <p:nvPr>
            <p:ph type="body" idx="1"/>
          </p:nvPr>
        </p:nvSpPr>
        <p:spPr>
          <a:xfrm>
            <a:off x="1524000" y="1828799"/>
            <a:ext cx="9144000" cy="4572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066800" y="6481760"/>
            <a:ext cx="7848600" cy="239715"/>
          </a:xfrm>
          <a:prstGeom prst="rect">
            <a:avLst/>
          </a:prstGeom>
        </p:spPr>
        <p:txBody>
          <a:bodyPr vert="horz" lIns="91440" tIns="45720" rIns="91440" bIns="45720" rtlCol="0" anchor="ctr"/>
          <a:lstStyle>
            <a:lvl1pPr algn="l">
              <a:defRPr sz="1100">
                <a:solidFill>
                  <a:schemeClr val="tx1"/>
                </a:solidFill>
              </a:defRPr>
            </a:lvl1pPr>
          </a:lstStyle>
          <a:p>
            <a:endParaRPr lang="en-US"/>
          </a:p>
        </p:txBody>
      </p:sp>
      <p:sp>
        <p:nvSpPr>
          <p:cNvPr id="4" name="Date Placeholder 3"/>
          <p:cNvSpPr>
            <a:spLocks noGrp="1"/>
          </p:cNvSpPr>
          <p:nvPr>
            <p:ph type="dt" sz="half" idx="2"/>
          </p:nvPr>
        </p:nvSpPr>
        <p:spPr>
          <a:xfrm>
            <a:off x="9067800" y="6465885"/>
            <a:ext cx="1066800" cy="239715"/>
          </a:xfrm>
          <a:prstGeom prst="rect">
            <a:avLst/>
          </a:prstGeom>
        </p:spPr>
        <p:txBody>
          <a:bodyPr vert="horz" lIns="91440" tIns="45720" rIns="91440" bIns="45720" rtlCol="0" anchor="ctr"/>
          <a:lstStyle>
            <a:lvl1pPr algn="r">
              <a:defRPr sz="1100">
                <a:solidFill>
                  <a:schemeClr val="tx1"/>
                </a:solidFill>
              </a:defRPr>
            </a:lvl1pPr>
          </a:lstStyle>
          <a:p>
            <a:fld id="{37CC0096-1860-4642-9CD2-0079EA5E7CD1}" type="datetimeFigureOut">
              <a:rPr lang="en-US" smtClean="0"/>
              <a:pPr/>
              <a:t>12/6/2024</a:t>
            </a:fld>
            <a:endParaRPr lang="en-US"/>
          </a:p>
        </p:txBody>
      </p:sp>
      <p:sp>
        <p:nvSpPr>
          <p:cNvPr id="6" name="Slide Number Placeholder 5"/>
          <p:cNvSpPr>
            <a:spLocks noGrp="1"/>
          </p:cNvSpPr>
          <p:nvPr>
            <p:ph type="sldNum" sz="quarter" idx="4"/>
          </p:nvPr>
        </p:nvSpPr>
        <p:spPr>
          <a:xfrm>
            <a:off x="10287000" y="6481760"/>
            <a:ext cx="838200" cy="239715"/>
          </a:xfrm>
          <a:prstGeom prst="rect">
            <a:avLst/>
          </a:prstGeom>
        </p:spPr>
        <p:txBody>
          <a:bodyPr vert="horz" lIns="91440" tIns="45720" rIns="91440" bIns="45720" rtlCol="0" anchor="ctr"/>
          <a:lstStyle>
            <a:lvl1pPr algn="r">
              <a:defRPr sz="1100">
                <a:solidFill>
                  <a:schemeClr val="tx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ata.cdc.gov/Vaccinations/COVID-19-Vaccinations-in-the-United-States-County/8xkx-amqh/about_data"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opendata.maryland.gov/Health-and-Human-Services/MD-COVID-19-Cases-by-County/tm86-dujs/about_data"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opendata.maryland.gov/Health-and-Human-Services/MD-COVID-19-Cases-by-County/tm86-dujs/about_data" TargetMode="External"/><Relationship Id="rId2" Type="http://schemas.openxmlformats.org/officeDocument/2006/relationships/hyperlink" Target="https://data.cdc.gov/Vaccinations/COVID-19-Vaccinations-in-the-United-States-County/8xkx-amqh/about_data" TargetMode="External"/><Relationship Id="rId1" Type="http://schemas.openxmlformats.org/officeDocument/2006/relationships/slideLayout" Target="../slideLayouts/slideLayout2.xml"/><Relationship Id="rId4" Type="http://schemas.openxmlformats.org/officeDocument/2006/relationships/hyperlink" Target="https://docs.google.com/spreadsheets/d/1065QmPp9WVuWthEXGDSKlVhKK2G5EtPl2NklnN5LstM/edit?usp=shar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t>Analyzing the Impact of COVID-19 Vaccination Rates on Case Trends in Maryland</a:t>
            </a:r>
          </a:p>
        </p:txBody>
      </p:sp>
      <p:sp>
        <p:nvSpPr>
          <p:cNvPr id="3" name="Subtitle 2"/>
          <p:cNvSpPr>
            <a:spLocks noGrp="1"/>
          </p:cNvSpPr>
          <p:nvPr>
            <p:ph type="subTitle" idx="1"/>
          </p:nvPr>
        </p:nvSpPr>
        <p:spPr>
          <a:xfrm>
            <a:off x="626225" y="5181600"/>
            <a:ext cx="4098175" cy="914400"/>
          </a:xfrm>
        </p:spPr>
        <p:txBody>
          <a:bodyPr>
            <a:normAutofit fontScale="25000" lnSpcReduction="20000"/>
          </a:bodyPr>
          <a:lstStyle/>
          <a:p>
            <a:r>
              <a:rPr lang="en-US" sz="7200"/>
              <a:t>Torrodjae Somerville</a:t>
            </a:r>
          </a:p>
          <a:p>
            <a:r>
              <a:rPr lang="en-US" sz="7200"/>
              <a:t>CTEC 128</a:t>
            </a:r>
          </a:p>
          <a:p>
            <a:r>
              <a:rPr lang="en-US" sz="7200"/>
              <a:t>12/4/2024</a:t>
            </a:r>
          </a:p>
          <a:p>
            <a:endParaRPr lang="en-US"/>
          </a:p>
          <a:p>
            <a:endParaRPr lang="en-US"/>
          </a:p>
        </p:txBody>
      </p:sp>
    </p:spTree>
    <p:extLst>
      <p:ext uri="{BB962C8B-B14F-4D97-AF65-F5344CB8AC3E}">
        <p14:creationId xmlns:p14="http://schemas.microsoft.com/office/powerpoint/2010/main" val="4351416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Problem Statement </a:t>
            </a:r>
          </a:p>
        </p:txBody>
      </p:sp>
      <p:sp>
        <p:nvSpPr>
          <p:cNvPr id="3" name="Content Placeholder 2"/>
          <p:cNvSpPr>
            <a:spLocks noGrp="1"/>
          </p:cNvSpPr>
          <p:nvPr>
            <p:ph idx="1"/>
          </p:nvPr>
        </p:nvSpPr>
        <p:spPr/>
        <p:txBody>
          <a:bodyPr/>
          <a:lstStyle/>
          <a:p>
            <a:pPr marL="0" indent="0">
              <a:buNone/>
            </a:pPr>
            <a:r>
              <a:rPr lang="en-US"/>
              <a:t>The COVID-19 pandemic in the past has significantly impacted public health in Maryland, with vaccination campaigns playing a critical role in controlling the virus. However, questions remain about the relationship between vaccination rates and case numbers across the state. This study seeks to analyze these trends to uncover patterns, assess disparities, and provide insights into the effectiveness of vaccination efforts in reducing COVID-19 cases.</a:t>
            </a:r>
          </a:p>
          <a:p>
            <a:pPr marL="0" indent="0">
              <a:buNone/>
            </a:pPr>
            <a:r>
              <a:rPr lang="en-US"/>
              <a:t>And answering the questions of anti-</a:t>
            </a:r>
            <a:r>
              <a:rPr lang="en-US" err="1"/>
              <a:t>vaxers</a:t>
            </a:r>
            <a:r>
              <a:rPr lang="en-US"/>
              <a:t> who pose against the implementation and use of the vaccine by finding the relationship between them. </a:t>
            </a:r>
          </a:p>
        </p:txBody>
      </p:sp>
    </p:spTree>
    <p:extLst>
      <p:ext uri="{BB962C8B-B14F-4D97-AF65-F5344CB8AC3E}">
        <p14:creationId xmlns:p14="http://schemas.microsoft.com/office/powerpoint/2010/main" val="17729694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02A8F-9CE9-FC82-B7F2-09E356281FF3}"/>
              </a:ext>
            </a:extLst>
          </p:cNvPr>
          <p:cNvSpPr>
            <a:spLocks noGrp="1"/>
          </p:cNvSpPr>
          <p:nvPr>
            <p:ph type="title"/>
          </p:nvPr>
        </p:nvSpPr>
        <p:spPr/>
        <p:txBody>
          <a:bodyPr/>
          <a:lstStyle/>
          <a:p>
            <a:r>
              <a:rPr lang="en-US"/>
              <a:t>Research Questions (Statistical)</a:t>
            </a:r>
          </a:p>
        </p:txBody>
      </p:sp>
      <p:sp>
        <p:nvSpPr>
          <p:cNvPr id="3" name="Content Placeholder 2">
            <a:extLst>
              <a:ext uri="{FF2B5EF4-FFF2-40B4-BE49-F238E27FC236}">
                <a16:creationId xmlns:a16="http://schemas.microsoft.com/office/drawing/2014/main" id="{9AB6B5D1-AD91-D35B-6BED-179DED53531D}"/>
              </a:ext>
            </a:extLst>
          </p:cNvPr>
          <p:cNvSpPr>
            <a:spLocks noGrp="1"/>
          </p:cNvSpPr>
          <p:nvPr>
            <p:ph idx="1"/>
          </p:nvPr>
        </p:nvSpPr>
        <p:spPr/>
        <p:txBody>
          <a:bodyPr/>
          <a:lstStyle/>
          <a:p>
            <a:r>
              <a:rPr lang="en-US"/>
              <a:t>What is the relationship between COVID-19 vaccination rates and the number of COVID-19 cases in Maryland counties over time?</a:t>
            </a:r>
          </a:p>
          <a:p>
            <a:r>
              <a:rPr lang="en-US"/>
              <a:t>What trends can be observed in the daily increase of COVID-19 cases over time, and how do they relate to the rollout of vaccinations?</a:t>
            </a:r>
          </a:p>
          <a:p>
            <a:r>
              <a:rPr lang="en-US"/>
              <a:t>What is the data trend of vaccinations over time in comparison to the amounts of new cases per day.</a:t>
            </a:r>
          </a:p>
        </p:txBody>
      </p:sp>
    </p:spTree>
    <p:extLst>
      <p:ext uri="{BB962C8B-B14F-4D97-AF65-F5344CB8AC3E}">
        <p14:creationId xmlns:p14="http://schemas.microsoft.com/office/powerpoint/2010/main" val="7044254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5BD2-F5E6-BCE5-A621-94B523DFA709}"/>
              </a:ext>
            </a:extLst>
          </p:cNvPr>
          <p:cNvSpPr>
            <a:spLocks noGrp="1"/>
          </p:cNvSpPr>
          <p:nvPr>
            <p:ph type="title"/>
          </p:nvPr>
        </p:nvSpPr>
        <p:spPr/>
        <p:txBody>
          <a:bodyPr/>
          <a:lstStyle/>
          <a:p>
            <a:r>
              <a:rPr lang="en-US"/>
              <a:t>About the Dataset and Where it Came From</a:t>
            </a:r>
          </a:p>
        </p:txBody>
      </p:sp>
      <p:sp>
        <p:nvSpPr>
          <p:cNvPr id="3" name="Content Placeholder 2">
            <a:extLst>
              <a:ext uri="{FF2B5EF4-FFF2-40B4-BE49-F238E27FC236}">
                <a16:creationId xmlns:a16="http://schemas.microsoft.com/office/drawing/2014/main" id="{DC829020-B92C-FE42-AF09-A8E932965F95}"/>
              </a:ext>
            </a:extLst>
          </p:cNvPr>
          <p:cNvSpPr>
            <a:spLocks noGrp="1"/>
          </p:cNvSpPr>
          <p:nvPr>
            <p:ph idx="1"/>
          </p:nvPr>
        </p:nvSpPr>
        <p:spPr>
          <a:xfrm>
            <a:off x="381000" y="1981200"/>
            <a:ext cx="5257800" cy="4572000"/>
          </a:xfrm>
        </p:spPr>
        <p:txBody>
          <a:bodyPr>
            <a:normAutofit lnSpcReduction="10000"/>
          </a:bodyPr>
          <a:lstStyle/>
          <a:p>
            <a:pPr marL="0" indent="0">
              <a:buNone/>
            </a:pPr>
            <a:r>
              <a:rPr lang="en-US" u="sng"/>
              <a:t>Columns Used?</a:t>
            </a:r>
          </a:p>
          <a:p>
            <a:r>
              <a:rPr lang="en-US" sz="1800" b="1"/>
              <a:t>Date</a:t>
            </a:r>
            <a:r>
              <a:rPr lang="en-US" sz="1800"/>
              <a:t>: Tracks the time progression of vaccination and case data.</a:t>
            </a:r>
          </a:p>
          <a:p>
            <a:r>
              <a:rPr lang="en-US" sz="1800" b="1" err="1"/>
              <a:t>Recip_County</a:t>
            </a:r>
            <a:r>
              <a:rPr lang="en-US" sz="1800"/>
              <a:t>: Identifies data by county within Maryland.</a:t>
            </a:r>
          </a:p>
          <a:p>
            <a:r>
              <a:rPr lang="en-US" sz="1800" b="1"/>
              <a:t>Administered_Dose1_Pop_Pct</a:t>
            </a:r>
            <a:r>
              <a:rPr lang="en-US" sz="1800"/>
              <a:t>: Percentage of the population that received the first dose of the vaccine.</a:t>
            </a:r>
          </a:p>
          <a:p>
            <a:r>
              <a:rPr lang="en-US" sz="1600" b="1" err="1"/>
              <a:t>Series_Complete_Pop_Pct</a:t>
            </a:r>
            <a:r>
              <a:rPr lang="en-US" sz="1600"/>
              <a:t>: Percentage of the population that completed their vaccination series.</a:t>
            </a:r>
          </a:p>
          <a:p>
            <a:r>
              <a:rPr lang="en-US" sz="1600" b="1"/>
              <a:t>COVID-19 Cases</a:t>
            </a:r>
            <a:r>
              <a:rPr lang="en-US" sz="1600"/>
              <a:t>: Daily or cumulative COVID-19 case numbers (from the second dataset).</a:t>
            </a:r>
          </a:p>
          <a:p>
            <a:r>
              <a:rPr lang="en-US" sz="1600" b="1" err="1"/>
              <a:t>Metro_status</a:t>
            </a:r>
            <a:r>
              <a:rPr lang="en-US" sz="1600"/>
              <a:t>: Identifies urban, suburban, or rural areas (if analyzing trends by region).</a:t>
            </a:r>
          </a:p>
        </p:txBody>
      </p:sp>
      <p:sp>
        <p:nvSpPr>
          <p:cNvPr id="4" name="TextBox 3">
            <a:extLst>
              <a:ext uri="{FF2B5EF4-FFF2-40B4-BE49-F238E27FC236}">
                <a16:creationId xmlns:a16="http://schemas.microsoft.com/office/drawing/2014/main" id="{FA670FD1-D642-BC1D-D80B-7B4D3F88073E}"/>
              </a:ext>
            </a:extLst>
          </p:cNvPr>
          <p:cNvSpPr txBox="1"/>
          <p:nvPr/>
        </p:nvSpPr>
        <p:spPr>
          <a:xfrm>
            <a:off x="6096000" y="1676400"/>
            <a:ext cx="5105400" cy="2954655"/>
          </a:xfrm>
          <a:prstGeom prst="rect">
            <a:avLst/>
          </a:prstGeom>
          <a:noFill/>
        </p:spPr>
        <p:txBody>
          <a:bodyPr wrap="square" rtlCol="0">
            <a:spAutoFit/>
          </a:bodyPr>
          <a:lstStyle/>
          <a:p>
            <a:pPr marL="0" indent="0">
              <a:buNone/>
            </a:pPr>
            <a:r>
              <a:rPr lang="en-US" sz="2400" u="sng"/>
              <a:t>Where’d I get my data?</a:t>
            </a:r>
          </a:p>
          <a:p>
            <a:pPr marL="0" indent="0">
              <a:buNone/>
            </a:pPr>
            <a:endParaRPr lang="en-US" sz="2400" u="sng"/>
          </a:p>
          <a:p>
            <a:pPr marL="0" indent="0">
              <a:buNone/>
            </a:pPr>
            <a:r>
              <a:rPr lang="en-US" sz="2400">
                <a:hlinkClick r:id="rId3"/>
              </a:rPr>
              <a:t>COVID-19 Vaccinations in the United </a:t>
            </a:r>
            <a:r>
              <a:rPr lang="en-US" sz="2400" err="1">
                <a:hlinkClick r:id="rId3"/>
              </a:rPr>
              <a:t>States,County</a:t>
            </a:r>
            <a:r>
              <a:rPr lang="en-US" sz="2400">
                <a:hlinkClick r:id="rId3"/>
              </a:rPr>
              <a:t> : The CDC</a:t>
            </a:r>
            <a:r>
              <a:rPr lang="en-US" sz="2400"/>
              <a:t> had over 1.9m rows</a:t>
            </a:r>
          </a:p>
          <a:p>
            <a:pPr marL="0" indent="0">
              <a:buNone/>
            </a:pPr>
            <a:r>
              <a:rPr lang="en-US" sz="2400">
                <a:hlinkClick r:id="rId4"/>
              </a:rPr>
              <a:t>MD COVID-19 - Cases by County : Maryland Open Data.gov </a:t>
            </a:r>
            <a:endParaRPr lang="en-US" sz="2400" u="sng"/>
          </a:p>
          <a:p>
            <a:endParaRPr lang="en-US"/>
          </a:p>
        </p:txBody>
      </p:sp>
    </p:spTree>
    <p:extLst>
      <p:ext uri="{BB962C8B-B14F-4D97-AF65-F5344CB8AC3E}">
        <p14:creationId xmlns:p14="http://schemas.microsoft.com/office/powerpoint/2010/main" val="12649495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1F76C-8FEB-8744-70D4-2E06275E879B}"/>
              </a:ext>
            </a:extLst>
          </p:cNvPr>
          <p:cNvSpPr>
            <a:spLocks noGrp="1"/>
          </p:cNvSpPr>
          <p:nvPr>
            <p:ph type="title"/>
          </p:nvPr>
        </p:nvSpPr>
        <p:spPr/>
        <p:txBody>
          <a:bodyPr/>
          <a:lstStyle/>
          <a:p>
            <a:r>
              <a:rPr lang="en-US"/>
              <a:t>Data Cleanup</a:t>
            </a:r>
          </a:p>
        </p:txBody>
      </p:sp>
      <p:sp>
        <p:nvSpPr>
          <p:cNvPr id="3" name="Content Placeholder 2">
            <a:extLst>
              <a:ext uri="{FF2B5EF4-FFF2-40B4-BE49-F238E27FC236}">
                <a16:creationId xmlns:a16="http://schemas.microsoft.com/office/drawing/2014/main" id="{1E40579F-5C56-1613-D05B-0DD8E6E8BF27}"/>
              </a:ext>
            </a:extLst>
          </p:cNvPr>
          <p:cNvSpPr>
            <a:spLocks noGrp="1"/>
          </p:cNvSpPr>
          <p:nvPr>
            <p:ph sz="half" idx="1"/>
          </p:nvPr>
        </p:nvSpPr>
        <p:spPr/>
        <p:txBody>
          <a:bodyPr>
            <a:normAutofit fontScale="85000" lnSpcReduction="20000"/>
          </a:bodyPr>
          <a:lstStyle/>
          <a:p>
            <a:pPr marL="0" indent="0">
              <a:buNone/>
            </a:pPr>
            <a:r>
              <a:rPr lang="en-US" u="sng"/>
              <a:t>Columns that won’t be used:</a:t>
            </a:r>
          </a:p>
          <a:p>
            <a:r>
              <a:rPr lang="en-US" sz="1800" b="1"/>
              <a:t>FIPS</a:t>
            </a:r>
            <a:r>
              <a:rPr lang="en-US" sz="1800"/>
              <a:t>: Federal Information Processing Standard code, not needed for this analysis.</a:t>
            </a:r>
          </a:p>
          <a:p>
            <a:r>
              <a:rPr lang="en-US" sz="1800" b="1" err="1"/>
              <a:t>MMWR_week</a:t>
            </a:r>
            <a:r>
              <a:rPr lang="en-US" sz="1800"/>
              <a:t>: Epidemiological week data, unnecessary for your focus on vaccination trends.</a:t>
            </a:r>
          </a:p>
          <a:p>
            <a:r>
              <a:rPr lang="en-US" sz="1800" b="1" err="1"/>
              <a:t>Completeness_pct</a:t>
            </a:r>
            <a:r>
              <a:rPr lang="en-US" sz="1800"/>
              <a:t>: Percentage completeness of reporting, not directly tied to the research questions.</a:t>
            </a:r>
          </a:p>
          <a:p>
            <a:r>
              <a:rPr lang="en-US" sz="1600" b="1"/>
              <a:t>Administered_Dose1_Recip_5Plus</a:t>
            </a:r>
            <a:r>
              <a:rPr lang="en-US" sz="1600"/>
              <a:t>, </a:t>
            </a:r>
            <a:r>
              <a:rPr lang="en-US" sz="1600" b="1"/>
              <a:t>Administered_Dose1_Recip_12Plus</a:t>
            </a:r>
            <a:r>
              <a:rPr lang="en-US" sz="1600"/>
              <a:t>, </a:t>
            </a:r>
            <a:r>
              <a:rPr lang="en-US" sz="1600" b="1"/>
              <a:t>Administered_Dose1_Recip_18Plus</a:t>
            </a:r>
            <a:r>
              <a:rPr lang="en-US" sz="1600"/>
              <a:t>:  Redundant since you are using broader population-level vaccination percentages.</a:t>
            </a:r>
          </a:p>
          <a:p>
            <a:r>
              <a:rPr lang="en-US" sz="1600" b="1"/>
              <a:t>Second_Booster_50Plus</a:t>
            </a:r>
            <a:r>
              <a:rPr lang="en-US" sz="1600"/>
              <a:t>, </a:t>
            </a:r>
            <a:r>
              <a:rPr lang="en-US" sz="1600" b="1"/>
              <a:t>Second_Booster_65Plus</a:t>
            </a:r>
            <a:r>
              <a:rPr lang="en-US" sz="1600"/>
              <a:t>: Specific data not part of your research focus.</a:t>
            </a:r>
          </a:p>
          <a:p>
            <a:endParaRPr lang="en-US" u="sng"/>
          </a:p>
          <a:p>
            <a:pPr marL="0" indent="0">
              <a:buNone/>
            </a:pPr>
            <a:endParaRPr lang="en-US"/>
          </a:p>
        </p:txBody>
      </p:sp>
      <p:sp>
        <p:nvSpPr>
          <p:cNvPr id="4" name="Content Placeholder 3">
            <a:extLst>
              <a:ext uri="{FF2B5EF4-FFF2-40B4-BE49-F238E27FC236}">
                <a16:creationId xmlns:a16="http://schemas.microsoft.com/office/drawing/2014/main" id="{3BA99E07-5F3B-B469-7CE8-486041B5FD94}"/>
              </a:ext>
            </a:extLst>
          </p:cNvPr>
          <p:cNvSpPr>
            <a:spLocks noGrp="1"/>
          </p:cNvSpPr>
          <p:nvPr>
            <p:ph sz="half" idx="2"/>
          </p:nvPr>
        </p:nvSpPr>
        <p:spPr/>
        <p:txBody>
          <a:bodyPr>
            <a:normAutofit fontScale="85000" lnSpcReduction="20000"/>
          </a:bodyPr>
          <a:lstStyle/>
          <a:p>
            <a:pPr marL="0" indent="0">
              <a:buNone/>
            </a:pPr>
            <a:r>
              <a:rPr lang="en-US" u="sng"/>
              <a:t>Data Cleanup Methods</a:t>
            </a:r>
          </a:p>
          <a:p>
            <a:r>
              <a:rPr lang="en-US" sz="1400" b="1"/>
              <a:t>Filtered Data by Location</a:t>
            </a:r>
            <a:r>
              <a:rPr lang="en-US" sz="1400"/>
              <a:t>:</a:t>
            </a:r>
            <a:br>
              <a:rPr lang="en-US" sz="1400"/>
            </a:br>
            <a:r>
              <a:rPr lang="en-US" sz="1400"/>
              <a:t>Retained only rows for Maryland counties to align with the study's geographical focus.</a:t>
            </a:r>
            <a:endParaRPr lang="en-US" sz="1600" u="sng"/>
          </a:p>
          <a:p>
            <a:r>
              <a:rPr lang="en-US" sz="1400" b="1"/>
              <a:t>Removed Irrelevant Columns</a:t>
            </a:r>
            <a:r>
              <a:rPr lang="en-US" sz="1400"/>
              <a:t>:</a:t>
            </a:r>
            <a:br>
              <a:rPr lang="en-US" sz="1400"/>
            </a:br>
            <a:r>
              <a:rPr lang="en-US" sz="1400"/>
              <a:t>Excluded columns unrelated to the research questions, such as codes (FIPS), week identifiers (</a:t>
            </a:r>
            <a:r>
              <a:rPr lang="en-US" sz="1400" err="1"/>
              <a:t>MMWR_week</a:t>
            </a:r>
            <a:r>
              <a:rPr lang="en-US" sz="1400"/>
              <a:t>), and redundant demographic breakdowns.</a:t>
            </a:r>
            <a:endParaRPr lang="en-US" sz="1600" u="sng"/>
          </a:p>
          <a:p>
            <a:r>
              <a:rPr lang="en-US" sz="1400" b="1"/>
              <a:t>Standardized Date Format</a:t>
            </a:r>
            <a:r>
              <a:rPr lang="en-US" sz="1400"/>
              <a:t>:</a:t>
            </a:r>
            <a:br>
              <a:rPr lang="en-US" sz="1400"/>
            </a:br>
            <a:r>
              <a:rPr lang="en-US" sz="1400"/>
              <a:t>Ensured the date column followed a consistent format to facilitate time-based analysis. (and setting date restriction to look at the correct data.)</a:t>
            </a:r>
            <a:endParaRPr lang="en-US" sz="1600" u="sng"/>
          </a:p>
          <a:p>
            <a:r>
              <a:rPr lang="en-US" sz="1400" b="1"/>
              <a:t>Excluded Incomplete Data</a:t>
            </a:r>
            <a:r>
              <a:rPr lang="en-US" sz="1400"/>
              <a:t>:</a:t>
            </a:r>
            <a:br>
              <a:rPr lang="en-US" sz="1400"/>
            </a:br>
            <a:r>
              <a:rPr lang="en-US" sz="1400"/>
              <a:t>Removed rows with missing or incomplete entries in key columns, such as vaccination percentages or case numbers.</a:t>
            </a:r>
            <a:r>
              <a:rPr lang="en-US" sz="1600" u="sng"/>
              <a:t> (unknown listed counties were removed)</a:t>
            </a:r>
          </a:p>
          <a:p>
            <a:r>
              <a:rPr lang="en-US" sz="1400" b="1"/>
              <a:t>Simplified Population Metrics</a:t>
            </a:r>
            <a:r>
              <a:rPr lang="en-US" sz="1400"/>
              <a:t>:</a:t>
            </a:r>
            <a:br>
              <a:rPr lang="en-US" sz="1400"/>
            </a:br>
            <a:r>
              <a:rPr lang="en-US" sz="1400"/>
              <a:t>Focused on broad categories (e.g., total population, 65+ population) instead of granular age groups.</a:t>
            </a:r>
            <a:endParaRPr lang="en-US" sz="1600" u="sng"/>
          </a:p>
          <a:p>
            <a:r>
              <a:rPr lang="en-US" sz="1400" b="1"/>
              <a:t>Validated Data Accuracy</a:t>
            </a:r>
            <a:r>
              <a:rPr lang="en-US" sz="1400"/>
              <a:t>:</a:t>
            </a:r>
            <a:br>
              <a:rPr lang="en-US" sz="1400"/>
            </a:br>
            <a:r>
              <a:rPr lang="en-US" sz="1400"/>
              <a:t>Cross-checked key values for anomalies or outliers, ensuring data integrity for analysis.</a:t>
            </a:r>
            <a:endParaRPr lang="en-US" sz="1700" u="sng"/>
          </a:p>
        </p:txBody>
      </p:sp>
    </p:spTree>
    <p:extLst>
      <p:ext uri="{BB962C8B-B14F-4D97-AF65-F5344CB8AC3E}">
        <p14:creationId xmlns:p14="http://schemas.microsoft.com/office/powerpoint/2010/main" val="21326471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B1C65-6A2E-7DDC-84A4-6C8737B5EB60}"/>
              </a:ext>
            </a:extLst>
          </p:cNvPr>
          <p:cNvSpPr>
            <a:spLocks noGrp="1"/>
          </p:cNvSpPr>
          <p:nvPr>
            <p:ph type="title"/>
          </p:nvPr>
        </p:nvSpPr>
        <p:spPr>
          <a:xfrm>
            <a:off x="1066800" y="99220"/>
            <a:ext cx="10058400" cy="1325563"/>
          </a:xfrm>
        </p:spPr>
        <p:txBody>
          <a:bodyPr anchor="ctr">
            <a:normAutofit/>
          </a:bodyPr>
          <a:lstStyle/>
          <a:p>
            <a:r>
              <a:rPr lang="en-US"/>
              <a:t>Summary of my Covid-19 Discoveries </a:t>
            </a:r>
          </a:p>
        </p:txBody>
      </p:sp>
      <p:pic>
        <p:nvPicPr>
          <p:cNvPr id="5" name="Picture 4" descr="A close-up of a virus&#10;&#10;Description automatically generated">
            <a:extLst>
              <a:ext uri="{FF2B5EF4-FFF2-40B4-BE49-F238E27FC236}">
                <a16:creationId xmlns:a16="http://schemas.microsoft.com/office/drawing/2014/main" id="{D533AFB5-AA56-2306-E588-65E046B32B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3036" y="1828799"/>
            <a:ext cx="7525927" cy="4572001"/>
          </a:xfrm>
          <a:prstGeom prst="rect">
            <a:avLst/>
          </a:prstGeom>
          <a:noFill/>
        </p:spPr>
      </p:pic>
    </p:spTree>
    <p:extLst>
      <p:ext uri="{BB962C8B-B14F-4D97-AF65-F5344CB8AC3E}">
        <p14:creationId xmlns:p14="http://schemas.microsoft.com/office/powerpoint/2010/main" val="13545531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B7E00-98ED-FD8B-E171-12589D6EF011}"/>
              </a:ext>
            </a:extLst>
          </p:cNvPr>
          <p:cNvSpPr>
            <a:spLocks noGrp="1"/>
          </p:cNvSpPr>
          <p:nvPr>
            <p:ph type="title"/>
          </p:nvPr>
        </p:nvSpPr>
        <p:spPr/>
        <p:txBody>
          <a:bodyPr/>
          <a:lstStyle/>
          <a:p>
            <a:r>
              <a:rPr lang="en-US" b="1"/>
              <a:t>Vaccination Rate vs. COVID-19 Cases by County</a:t>
            </a:r>
            <a:r>
              <a:rPr lang="en-US"/>
              <a:t> Chart: (Combo chart)</a:t>
            </a:r>
          </a:p>
        </p:txBody>
      </p:sp>
      <p:sp>
        <p:nvSpPr>
          <p:cNvPr id="4" name="Content Placeholder 3">
            <a:extLst>
              <a:ext uri="{FF2B5EF4-FFF2-40B4-BE49-F238E27FC236}">
                <a16:creationId xmlns:a16="http://schemas.microsoft.com/office/drawing/2014/main" id="{272F8D81-C9C7-AB4F-1A13-85B36633C5B0}"/>
              </a:ext>
            </a:extLst>
          </p:cNvPr>
          <p:cNvSpPr>
            <a:spLocks noGrp="1"/>
          </p:cNvSpPr>
          <p:nvPr>
            <p:ph sz="half" idx="2"/>
          </p:nvPr>
        </p:nvSpPr>
        <p:spPr/>
        <p:txBody>
          <a:bodyPr>
            <a:normAutofit fontScale="47500" lnSpcReduction="20000"/>
          </a:bodyPr>
          <a:lstStyle/>
          <a:p>
            <a:r>
              <a:rPr lang="en-US"/>
              <a:t>Purpose of the </a:t>
            </a:r>
            <a:r>
              <a:rPr lang="en-US" err="1"/>
              <a:t>Chart:This</a:t>
            </a:r>
            <a:r>
              <a:rPr lang="en-US"/>
              <a:t> scatter plot shows the relationship between the vaccination rate (# of people vaccinated) and the cumulative COVID-19 cases for each county in Maryland.</a:t>
            </a:r>
          </a:p>
          <a:p>
            <a:r>
              <a:rPr lang="en-US" err="1"/>
              <a:t>X-Axis:Represents</a:t>
            </a:r>
            <a:r>
              <a:rPr lang="en-US"/>
              <a:t> the counties in Maryland, with each point corresponding to a specific county.</a:t>
            </a:r>
          </a:p>
          <a:p>
            <a:r>
              <a:rPr lang="en-US" err="1"/>
              <a:t>Y-Axis:Displays</a:t>
            </a:r>
            <a:r>
              <a:rPr lang="en-US"/>
              <a:t> two sets of </a:t>
            </a:r>
            <a:r>
              <a:rPr lang="en-US" err="1"/>
              <a:t>values:The</a:t>
            </a:r>
            <a:r>
              <a:rPr lang="en-US"/>
              <a:t> vaccination rate (percentage of people vaccinated) for each </a:t>
            </a:r>
            <a:r>
              <a:rPr lang="en-US" err="1"/>
              <a:t>county.The</a:t>
            </a:r>
            <a:r>
              <a:rPr lang="en-US"/>
              <a:t> cumulative COVID-19 cases for each county. Both values are plotted as dots, and the position on the Y-axis indicates the level of each measure.</a:t>
            </a:r>
          </a:p>
          <a:p>
            <a:r>
              <a:rPr lang="en-US"/>
              <a:t>Key </a:t>
            </a:r>
            <a:r>
              <a:rPr lang="en-US" err="1"/>
              <a:t>Observations:Each</a:t>
            </a:r>
            <a:r>
              <a:rPr lang="en-US"/>
              <a:t> county is represented by two lines and a bar(one red and blue bar for the vaccination rate and one yellow for COVID-19 cases).</a:t>
            </a:r>
          </a:p>
          <a:p>
            <a:r>
              <a:rPr lang="en-US"/>
              <a:t>One thing I noticed is that that chart appears to show a correlation of where both sides appear to be right, when saying the implementing of it can really cause you to get it. As the places with more cumulative cases in the end do have higher vaccination rates.</a:t>
            </a:r>
          </a:p>
          <a:p>
            <a:r>
              <a:rPr lang="en-US"/>
              <a:t>But when looking at them in comparison the gaps in amounts of people who received the vaccine and populations of these areas the populations are much larger there sometimes 4x as much as the one next to it which plays a big role in their cumulative total. But even with that it does appear that counties with higher vaccination rates had higher cases.</a:t>
            </a:r>
          </a:p>
          <a:p>
            <a:r>
              <a:rPr lang="en-US"/>
              <a:t>(Summation was used here to find the cumulative total of all the cases)</a:t>
            </a:r>
          </a:p>
        </p:txBody>
      </p:sp>
      <p:pic>
        <p:nvPicPr>
          <p:cNvPr id="4102" name="Picture 6">
            <a:extLst>
              <a:ext uri="{FF2B5EF4-FFF2-40B4-BE49-F238E27FC236}">
                <a16:creationId xmlns:a16="http://schemas.microsoft.com/office/drawing/2014/main" id="{1583AB61-A4F5-B9F1-3C36-65FF556086F4}"/>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066800" y="2629027"/>
            <a:ext cx="4800600" cy="2968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20972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373A174-2805-52C8-43A4-EDCE2A78518F}"/>
              </a:ext>
            </a:extLst>
          </p:cNvPr>
          <p:cNvSpPr>
            <a:spLocks noGrp="1"/>
          </p:cNvSpPr>
          <p:nvPr>
            <p:ph type="title"/>
          </p:nvPr>
        </p:nvSpPr>
        <p:spPr>
          <a:xfrm>
            <a:off x="7619804" y="461889"/>
            <a:ext cx="3932237" cy="381000"/>
          </a:xfrm>
        </p:spPr>
        <p:txBody>
          <a:bodyPr>
            <a:normAutofit fontScale="90000"/>
          </a:bodyPr>
          <a:lstStyle/>
          <a:p>
            <a:r>
              <a:rPr lang="en-US" sz="2000" b="1"/>
              <a:t>Vaccination Rate Over Time (Scatter Plot)</a:t>
            </a:r>
            <a:br>
              <a:rPr lang="en-US" sz="1100" b="1"/>
            </a:br>
            <a:endParaRPr lang="en-US" sz="2000"/>
          </a:p>
        </p:txBody>
      </p:sp>
      <p:sp>
        <p:nvSpPr>
          <p:cNvPr id="13" name="Text Placeholder 12">
            <a:extLst>
              <a:ext uri="{FF2B5EF4-FFF2-40B4-BE49-F238E27FC236}">
                <a16:creationId xmlns:a16="http://schemas.microsoft.com/office/drawing/2014/main" id="{CA8D8923-3E37-24B7-CC48-E9B794E3BA45}"/>
              </a:ext>
            </a:extLst>
          </p:cNvPr>
          <p:cNvSpPr>
            <a:spLocks noGrp="1"/>
          </p:cNvSpPr>
          <p:nvPr>
            <p:ph type="body" sz="half" idx="2"/>
          </p:nvPr>
        </p:nvSpPr>
        <p:spPr>
          <a:xfrm>
            <a:off x="7632699" y="990600"/>
            <a:ext cx="3932237" cy="5410200"/>
          </a:xfrm>
        </p:spPr>
        <p:txBody>
          <a:bodyPr/>
          <a:lstStyle/>
          <a:p>
            <a:pPr marL="285750" indent="-285750">
              <a:buFont typeface="Arial" panose="020B0604020202020204" pitchFamily="34" charset="0"/>
              <a:buChar char="•"/>
            </a:pPr>
            <a:r>
              <a:rPr lang="en-US"/>
              <a:t>X-Axis: </a:t>
            </a:r>
            <a:r>
              <a:rPr lang="en-US" err="1"/>
              <a:t>DateShows</a:t>
            </a:r>
            <a:r>
              <a:rPr lang="en-US"/>
              <a:t> the timeline of vaccination progress (daily data).</a:t>
            </a:r>
          </a:p>
          <a:p>
            <a:pPr marL="285750" indent="-285750">
              <a:buFont typeface="Arial" panose="020B0604020202020204" pitchFamily="34" charset="0"/>
              <a:buChar char="•"/>
            </a:pPr>
            <a:r>
              <a:rPr lang="en-US"/>
              <a:t>Y-Axis: Administered Dose 1 Pop Pct (or Series Complete Pop Pct)Represents the percentage of the population that has received the first dose of the vaccine (or is fully vaccinated) across time.</a:t>
            </a:r>
          </a:p>
          <a:p>
            <a:pPr marL="285750" indent="-285750">
              <a:buFont typeface="Arial" panose="020B0604020202020204" pitchFamily="34" charset="0"/>
              <a:buChar char="•"/>
            </a:pPr>
            <a:r>
              <a:rPr lang="en-US" err="1"/>
              <a:t>Purpose:To</a:t>
            </a:r>
            <a:r>
              <a:rPr lang="en-US"/>
              <a:t> track the trend of vaccination rates over </a:t>
            </a:r>
            <a:r>
              <a:rPr lang="en-US" err="1"/>
              <a:t>time.To</a:t>
            </a:r>
            <a:r>
              <a:rPr lang="en-US"/>
              <a:t> observe any major increases or plateaus in vaccination efforts.</a:t>
            </a:r>
          </a:p>
          <a:p>
            <a:pPr marL="285750" indent="-285750">
              <a:buFont typeface="Arial" panose="020B0604020202020204" pitchFamily="34" charset="0"/>
              <a:buChar char="•"/>
            </a:pPr>
            <a:r>
              <a:rPr lang="en-US"/>
              <a:t>Key </a:t>
            </a:r>
            <a:r>
              <a:rPr lang="en-US" err="1"/>
              <a:t>ObservationsAccording</a:t>
            </a:r>
            <a:r>
              <a:rPr lang="en-US"/>
              <a:t> to this no matter what the stipulations are the amount of people getting the vaccine  in MD increased over time.</a:t>
            </a:r>
          </a:p>
          <a:p>
            <a:pPr marL="285750" indent="-285750">
              <a:buFont typeface="Arial" panose="020B0604020202020204" pitchFamily="34" charset="0"/>
              <a:buChar char="•"/>
            </a:pPr>
            <a:r>
              <a:rPr lang="en-US"/>
              <a:t>Used aggregation for the time intervals/dates to try and consolidate this massive amount of data and display the trend.</a:t>
            </a:r>
          </a:p>
        </p:txBody>
      </p:sp>
      <p:pic>
        <p:nvPicPr>
          <p:cNvPr id="3077" name="Picture 5">
            <a:extLst>
              <a:ext uri="{FF2B5EF4-FFF2-40B4-BE49-F238E27FC236}">
                <a16:creationId xmlns:a16="http://schemas.microsoft.com/office/drawing/2014/main" id="{C3226D24-586A-1F61-1247-DDCBB5BC844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5298" y="1600200"/>
            <a:ext cx="6670621"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82367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4C411-5950-576F-A98A-16591B7DF0C5}"/>
              </a:ext>
            </a:extLst>
          </p:cNvPr>
          <p:cNvSpPr>
            <a:spLocks noGrp="1"/>
          </p:cNvSpPr>
          <p:nvPr>
            <p:ph type="title"/>
          </p:nvPr>
        </p:nvSpPr>
        <p:spPr/>
        <p:txBody>
          <a:bodyPr/>
          <a:lstStyle/>
          <a:p>
            <a:r>
              <a:rPr lang="en-US"/>
              <a:t>Daily COVID-19 Cases Trend (Stacked area chart)</a:t>
            </a:r>
          </a:p>
        </p:txBody>
      </p:sp>
      <p:sp>
        <p:nvSpPr>
          <p:cNvPr id="4" name="Content Placeholder 3">
            <a:extLst>
              <a:ext uri="{FF2B5EF4-FFF2-40B4-BE49-F238E27FC236}">
                <a16:creationId xmlns:a16="http://schemas.microsoft.com/office/drawing/2014/main" id="{AE4DF334-A438-E481-5B85-FC2948DAEA9F}"/>
              </a:ext>
            </a:extLst>
          </p:cNvPr>
          <p:cNvSpPr>
            <a:spLocks noGrp="1"/>
          </p:cNvSpPr>
          <p:nvPr>
            <p:ph sz="half" idx="2"/>
          </p:nvPr>
        </p:nvSpPr>
        <p:spPr/>
        <p:txBody>
          <a:bodyPr>
            <a:normAutofit fontScale="62500" lnSpcReduction="20000"/>
          </a:bodyPr>
          <a:lstStyle/>
          <a:p>
            <a:r>
              <a:rPr lang="en-US"/>
              <a:t>Purpose: Tracks the daily new COVID-19 cases over time to analyze infection rate trends.</a:t>
            </a:r>
          </a:p>
          <a:p>
            <a:r>
              <a:rPr lang="en-US"/>
              <a:t>Key </a:t>
            </a:r>
            <a:r>
              <a:rPr lang="en-US" err="1"/>
              <a:t>Observations:Initial</a:t>
            </a:r>
            <a:r>
              <a:rPr lang="en-US"/>
              <a:t> spikes in daily cases during early stages of the </a:t>
            </a:r>
            <a:r>
              <a:rPr lang="en-US" err="1"/>
              <a:t>pandemic.Fluctuating</a:t>
            </a:r>
            <a:r>
              <a:rPr lang="en-US"/>
              <a:t> trends with noticeable declines after vaccine rollout </a:t>
            </a:r>
            <a:r>
              <a:rPr lang="en-US" err="1"/>
              <a:t>phases.Steady</a:t>
            </a:r>
            <a:r>
              <a:rPr lang="en-US"/>
              <a:t> decrease toward the present day, indicating reduced transmission.</a:t>
            </a:r>
          </a:p>
          <a:p>
            <a:r>
              <a:rPr lang="en-US" err="1"/>
              <a:t>Significance:Provides</a:t>
            </a:r>
            <a:r>
              <a:rPr lang="en-US"/>
              <a:t> insights into how the pandemic evolved over </a:t>
            </a:r>
            <a:r>
              <a:rPr lang="en-US" err="1"/>
              <a:t>time.Highlights</a:t>
            </a:r>
            <a:r>
              <a:rPr lang="en-US"/>
              <a:t> the impact of public health measures and vaccination </a:t>
            </a:r>
            <a:r>
              <a:rPr lang="en-US" err="1"/>
              <a:t>campaigns.Helps</a:t>
            </a:r>
            <a:r>
              <a:rPr lang="en-US"/>
              <a:t> evaluate the success of efforts to control COVID-19 spread in Maryland.</a:t>
            </a:r>
          </a:p>
          <a:p>
            <a:r>
              <a:rPr lang="en-US"/>
              <a:t>Discussion Point: After the spike in Covid-19 cases and they peaked this was during the same time as when vaccinations </a:t>
            </a:r>
            <a:r>
              <a:rPr lang="en-US" err="1"/>
              <a:t>peaked.Which</a:t>
            </a:r>
            <a:r>
              <a:rPr lang="en-US"/>
              <a:t> is also right around the same time the FDA approved of the vaccine in late 2021 and early 2022 as more variations of it rolled out. But as the number of vaccinated people continued to climb, the cases continued to decrease showing a more direct trend.</a:t>
            </a:r>
          </a:p>
          <a:p>
            <a:r>
              <a:rPr lang="en-US" sz="2200"/>
              <a:t>Math formula used to make new row from data example: </a:t>
            </a:r>
            <a:r>
              <a:rPr lang="en-US" sz="2200" b="0" i="0">
                <a:solidFill>
                  <a:srgbClr val="000000"/>
                </a:solidFill>
                <a:effectLst/>
                <a:latin typeface="Google Sans Mono"/>
              </a:rPr>
              <a:t>=</a:t>
            </a:r>
            <a:r>
              <a:rPr lang="en-US" sz="2200" b="0" i="0">
                <a:solidFill>
                  <a:srgbClr val="F7981D"/>
                </a:solidFill>
                <a:effectLst/>
                <a:latin typeface="Google Sans Mono"/>
              </a:rPr>
              <a:t>AA4</a:t>
            </a:r>
            <a:r>
              <a:rPr lang="en-US" sz="2200" b="0" i="0">
                <a:solidFill>
                  <a:srgbClr val="000000"/>
                </a:solidFill>
                <a:effectLst/>
                <a:latin typeface="Google Sans Mono"/>
              </a:rPr>
              <a:t> - </a:t>
            </a:r>
            <a:r>
              <a:rPr lang="en-US" sz="2200" b="0" i="0">
                <a:solidFill>
                  <a:srgbClr val="7E3794"/>
                </a:solidFill>
                <a:effectLst/>
                <a:latin typeface="Google Sans Mono"/>
              </a:rPr>
              <a:t>AA3 </a:t>
            </a:r>
            <a:r>
              <a:rPr lang="en-US" sz="2200">
                <a:solidFill>
                  <a:schemeClr val="tx1"/>
                </a:solidFill>
                <a:latin typeface="Google Sans Mono"/>
              </a:rPr>
              <a:t>used to find the new cases change per day</a:t>
            </a:r>
            <a:endParaRPr lang="en-US" sz="2200"/>
          </a:p>
        </p:txBody>
      </p:sp>
      <p:pic>
        <p:nvPicPr>
          <p:cNvPr id="5127" name="Picture 7">
            <a:extLst>
              <a:ext uri="{FF2B5EF4-FFF2-40B4-BE49-F238E27FC236}">
                <a16:creationId xmlns:a16="http://schemas.microsoft.com/office/drawing/2014/main" id="{72D207F9-ADB1-5D6E-D4DE-0930666A4BF1}"/>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76200" y="1825624"/>
            <a:ext cx="5943600" cy="4803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60194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DF8B8-2C03-2246-611F-ADE2CCD95EEC}"/>
              </a:ext>
            </a:extLst>
          </p:cNvPr>
          <p:cNvSpPr>
            <a:spLocks noGrp="1"/>
          </p:cNvSpPr>
          <p:nvPr>
            <p:ph type="title"/>
          </p:nvPr>
        </p:nvSpPr>
        <p:spPr/>
        <p:txBody>
          <a:bodyPr/>
          <a:lstStyle/>
          <a:p>
            <a:r>
              <a:rPr lang="en-US"/>
              <a:t>Conclusion </a:t>
            </a:r>
          </a:p>
        </p:txBody>
      </p:sp>
      <p:sp>
        <p:nvSpPr>
          <p:cNvPr id="3" name="Content Placeholder 2">
            <a:extLst>
              <a:ext uri="{FF2B5EF4-FFF2-40B4-BE49-F238E27FC236}">
                <a16:creationId xmlns:a16="http://schemas.microsoft.com/office/drawing/2014/main" id="{A0D2893C-A983-7458-776C-53CF584338DF}"/>
              </a:ext>
            </a:extLst>
          </p:cNvPr>
          <p:cNvSpPr>
            <a:spLocks noGrp="1"/>
          </p:cNvSpPr>
          <p:nvPr>
            <p:ph idx="1"/>
          </p:nvPr>
        </p:nvSpPr>
        <p:spPr/>
        <p:txBody>
          <a:bodyPr>
            <a:normAutofit fontScale="55000" lnSpcReduction="20000"/>
          </a:bodyPr>
          <a:lstStyle/>
          <a:p>
            <a:pPr marL="0" indent="0">
              <a:buNone/>
            </a:pPr>
            <a:r>
              <a:rPr lang="en-US" b="1" u="sng"/>
              <a:t>What conclusions did I drawn from my exploration and analysis of the data?</a:t>
            </a:r>
          </a:p>
          <a:p>
            <a:pPr>
              <a:buFont typeface="Arial" panose="020B0604020202020204" pitchFamily="34" charset="0"/>
              <a:buChar char="•"/>
            </a:pPr>
            <a:r>
              <a:rPr lang="en-US"/>
              <a:t>Well to answer my first research question the data showed it kind of mirrored itself but there did seem to be a relationship of the higher the vaccine rate of the county, the more cases of covid they had.</a:t>
            </a:r>
          </a:p>
          <a:p>
            <a:pPr>
              <a:buFont typeface="Arial" panose="020B0604020202020204" pitchFamily="34" charset="0"/>
              <a:buChar char="•"/>
            </a:pPr>
            <a:r>
              <a:rPr lang="en-US"/>
              <a:t>The infection rate, as measured by daily new cases, shows a significant decline after widespread vaccine availability, indicating a strong correlation between vaccinations and reduced transmission.</a:t>
            </a:r>
          </a:p>
          <a:p>
            <a:pPr>
              <a:buFont typeface="Arial" panose="020B0604020202020204" pitchFamily="34" charset="0"/>
              <a:buChar char="•"/>
            </a:pPr>
            <a:r>
              <a:rPr lang="en-US"/>
              <a:t>Trends over time reflect the pandemic's trajectory, with spikes in cases followed by gradual declines corresponding to public health measures.</a:t>
            </a:r>
          </a:p>
          <a:p>
            <a:pPr>
              <a:buFont typeface="Arial" panose="020B0604020202020204" pitchFamily="34" charset="0"/>
              <a:buChar char="•"/>
            </a:pPr>
            <a:r>
              <a:rPr lang="en-US"/>
              <a:t>Which in all I believe yes with every vaccination there’s a little bit of the virus in it, which could lead to the population getting it in the short term. But based off the data showing the case trends over an extended time period, in the short term it may cause some cases but in a long run it’s worth it because as the data Daily Covid 19 Case Trend chart shows it really diminishes the virus.</a:t>
            </a:r>
          </a:p>
          <a:p>
            <a:r>
              <a:rPr lang="en-US" b="1"/>
              <a:t>Why are my findings important? How can they be used?</a:t>
            </a:r>
          </a:p>
          <a:p>
            <a:pPr>
              <a:buFont typeface="Arial" panose="020B0604020202020204" pitchFamily="34" charset="0"/>
              <a:buChar char="•"/>
            </a:pPr>
            <a:r>
              <a:rPr lang="en-US"/>
              <a:t>These findings highlight the critical role of vaccinations in controlling the spread of COVID-19.</a:t>
            </a:r>
          </a:p>
          <a:p>
            <a:pPr>
              <a:buFont typeface="Arial" panose="020B0604020202020204" pitchFamily="34" charset="0"/>
              <a:buChar char="•"/>
            </a:pPr>
            <a:r>
              <a:rPr lang="en-US"/>
              <a:t>They provide evidence to inform future public health policies and vaccination strategies, especially in mitigating future outbreaks.</a:t>
            </a:r>
          </a:p>
          <a:p>
            <a:pPr>
              <a:buFont typeface="Arial" panose="020B0604020202020204" pitchFamily="34" charset="0"/>
              <a:buChar char="•"/>
            </a:pPr>
            <a:r>
              <a:rPr lang="en-US"/>
              <a:t>The analysis can be used to communicate the importance of vaccines to the public and guide resource allocation for targeted interventions.</a:t>
            </a:r>
          </a:p>
          <a:p>
            <a:endParaRPr lang="en-US"/>
          </a:p>
        </p:txBody>
      </p:sp>
    </p:spTree>
    <p:extLst>
      <p:ext uri="{BB962C8B-B14F-4D97-AF65-F5344CB8AC3E}">
        <p14:creationId xmlns:p14="http://schemas.microsoft.com/office/powerpoint/2010/main" val="31273377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References </a:t>
            </a:r>
          </a:p>
        </p:txBody>
      </p:sp>
      <p:sp>
        <p:nvSpPr>
          <p:cNvPr id="5" name="Content Placeholder 4">
            <a:extLst>
              <a:ext uri="{FF2B5EF4-FFF2-40B4-BE49-F238E27FC236}">
                <a16:creationId xmlns:a16="http://schemas.microsoft.com/office/drawing/2014/main" id="{039B6AE9-9896-A124-E73E-ACA865D6EAA9}"/>
              </a:ext>
            </a:extLst>
          </p:cNvPr>
          <p:cNvSpPr>
            <a:spLocks noGrp="1"/>
          </p:cNvSpPr>
          <p:nvPr>
            <p:ph idx="1"/>
          </p:nvPr>
        </p:nvSpPr>
        <p:spPr/>
        <p:txBody>
          <a:bodyPr vert="horz" lIns="91440" tIns="45720" rIns="91440" bIns="45720" rtlCol="0" anchor="t">
            <a:normAutofit/>
          </a:bodyPr>
          <a:lstStyle/>
          <a:p>
            <a:r>
              <a:rPr lang="en-US">
                <a:hlinkClick r:id="rId2"/>
              </a:rPr>
              <a:t>COVID-19 Vaccinations in the United </a:t>
            </a:r>
            <a:r>
              <a:rPr lang="en-US" err="1">
                <a:hlinkClick r:id="rId2"/>
              </a:rPr>
              <a:t>States,County</a:t>
            </a:r>
            <a:r>
              <a:rPr lang="en-US">
                <a:hlinkClick r:id="rId2"/>
              </a:rPr>
              <a:t> | Data | Centers for Disease Control and Prevention</a:t>
            </a:r>
            <a:r>
              <a:rPr lang="en-US"/>
              <a:t> </a:t>
            </a:r>
          </a:p>
          <a:p>
            <a:r>
              <a:rPr lang="en-US">
                <a:hlinkClick r:id="rId3"/>
              </a:rPr>
              <a:t>https://opendata.maryland.gov/Health-and-Human-Services/MD-COVID-19-Cases-by-County/tm86-dujs/about_data</a:t>
            </a:r>
            <a:endParaRPr lang="en-US"/>
          </a:p>
          <a:p>
            <a:r>
              <a:rPr lang="en-US">
                <a:hlinkClick r:id="rId4"/>
              </a:rPr>
              <a:t>My Dataset Made After Combining the 2 of Them</a:t>
            </a:r>
            <a:endParaRPr lang="en-US"/>
          </a:p>
          <a:p>
            <a:r>
              <a:rPr lang="en-US">
                <a:ea typeface="+mn-lt"/>
                <a:cs typeface="+mn-lt"/>
                <a:hlinkClick r:id="rId4"/>
              </a:rPr>
              <a:t>Link to the 2 data sets after I combine them</a:t>
            </a:r>
            <a:endParaRPr lang="en-US"/>
          </a:p>
          <a:p>
            <a:endParaRPr lang="en-US"/>
          </a:p>
          <a:p>
            <a:endParaRPr lang="en-US"/>
          </a:p>
        </p:txBody>
      </p:sp>
    </p:spTree>
    <p:extLst>
      <p:ext uri="{BB962C8B-B14F-4D97-AF65-F5344CB8AC3E}">
        <p14:creationId xmlns:p14="http://schemas.microsoft.com/office/powerpoint/2010/main" val="30492328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Medical Design 16x9">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41.potx" id="{D7485564-6666-4DDB-B0D3-55F6E694D6E5}" vid="{6E950D30-6FC6-4411-BCFF-468AD9ECA787}"/>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Medical design presentation (widescreen)</Template>
  <Application>Microsoft Office PowerPoint</Application>
  <PresentationFormat>Widescreen</PresentationFormat>
  <Slides>11</Slides>
  <Notes>1</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Medical Design 16x9</vt:lpstr>
      <vt:lpstr>Analyzing the Impact of COVID-19 Vaccination Rates on Case Trends in Maryland</vt:lpstr>
      <vt:lpstr>Problem Statement </vt:lpstr>
      <vt:lpstr>Research Questions (Statistical)</vt:lpstr>
      <vt:lpstr>About the Dataset and Where it Came From</vt:lpstr>
      <vt:lpstr>Data Cleanup</vt:lpstr>
      <vt:lpstr>Summary of my Covid-19 Discoveries </vt:lpstr>
      <vt:lpstr>Vaccination Rate vs. COVID-19 Cases by County Chart: (Combo chart)</vt:lpstr>
      <vt:lpstr>Vaccination Rate Over Time (Scatter Plot) </vt:lpstr>
      <vt:lpstr>Daily COVID-19 Cases Trend (Stacked area chart)</vt:lpstr>
      <vt:lpstr>Conclusion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Torrodjae D Somerville</dc:creator>
  <cp:revision>1</cp:revision>
  <dcterms:created xsi:type="dcterms:W3CDTF">2024-12-04T23:06:21Z</dcterms:created>
  <dcterms:modified xsi:type="dcterms:W3CDTF">2024-12-06T18:17:08Z</dcterms:modified>
</cp:coreProperties>
</file>